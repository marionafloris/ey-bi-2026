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ink/ink1.xml" ContentType="application/inkml+xml"/>
  <Override PartName="/ppt/ink/ink2.xml" ContentType="application/inkml+xml"/>
  <Override PartName="/ppt/webextensions/webextension2.xml" ContentType="application/vnd.ms-office.webextension+xml"/>
  <Override PartName="/ppt/webextensions/webextension3.xml" ContentType="application/vnd.ms-office.webextension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60" r:id="rId5"/>
    <p:sldId id="262" r:id="rId6"/>
    <p:sldId id="259" r:id="rId7"/>
    <p:sldId id="261" r:id="rId8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5D7FCB-2FB1-4D8C-92FB-D957F0938344}" v="32" dt="2026-09-30T14:34:53.6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ona Floris Martin" userId="9899ebec-ee77-4c2d-8ff9-9f23dc9732d4" providerId="ADAL" clId="{D6709DC3-1EE9-4069-A544-5526A2E7999D}"/>
    <pc:docChg chg="undo custSel addSld modSld sldOrd">
      <pc:chgData name="Mariona Floris Martin" userId="9899ebec-ee77-4c2d-8ff9-9f23dc9732d4" providerId="ADAL" clId="{D6709DC3-1EE9-4069-A544-5526A2E7999D}" dt="2026-09-30T14:34:35.677" v="599" actId="546"/>
      <pc:docMkLst>
        <pc:docMk/>
      </pc:docMkLst>
      <pc:sldChg chg="modSp mod">
        <pc:chgData name="Mariona Floris Martin" userId="9899ebec-ee77-4c2d-8ff9-9f23dc9732d4" providerId="ADAL" clId="{D6709DC3-1EE9-4069-A544-5526A2E7999D}" dt="2026-09-30T14:10:20.207" v="573" actId="20577"/>
        <pc:sldMkLst>
          <pc:docMk/>
          <pc:sldMk cId="0" sldId="256"/>
        </pc:sldMkLst>
        <pc:spChg chg="mod">
          <ac:chgData name="Mariona Floris Martin" userId="9899ebec-ee77-4c2d-8ff9-9f23dc9732d4" providerId="ADAL" clId="{D6709DC3-1EE9-4069-A544-5526A2E7999D}" dt="2026-09-30T11:45:19.583" v="123" actId="255"/>
          <ac:spMkLst>
            <pc:docMk/>
            <pc:sldMk cId="0" sldId="256"/>
            <ac:spMk id="4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1:43:45.587" v="80" actId="255"/>
          <ac:spMkLst>
            <pc:docMk/>
            <pc:sldMk cId="0" sldId="256"/>
            <ac:spMk id="5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4:10:20.207" v="573" actId="20577"/>
          <ac:spMkLst>
            <pc:docMk/>
            <pc:sldMk cId="0" sldId="256"/>
            <ac:spMk id="6" creationId="{00000000-0000-0000-0000-000000000000}"/>
          </ac:spMkLst>
        </pc:spChg>
      </pc:sldChg>
      <pc:sldChg chg="addSp delSp modSp mod">
        <pc:chgData name="Mariona Floris Martin" userId="9899ebec-ee77-4c2d-8ff9-9f23dc9732d4" providerId="ADAL" clId="{D6709DC3-1EE9-4069-A544-5526A2E7999D}" dt="2026-09-30T14:02:40.037" v="475" actId="12789"/>
        <pc:sldMkLst>
          <pc:docMk/>
          <pc:sldMk cId="0" sldId="257"/>
        </pc:sldMkLst>
        <pc:spChg chg="mod">
          <ac:chgData name="Mariona Floris Martin" userId="9899ebec-ee77-4c2d-8ff9-9f23dc9732d4" providerId="ADAL" clId="{D6709DC3-1EE9-4069-A544-5526A2E7999D}" dt="2026-09-30T14:02:40.037" v="475" actId="12789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Mariona Floris Martin" userId="9899ebec-ee77-4c2d-8ff9-9f23dc9732d4" providerId="ADAL" clId="{D6709DC3-1EE9-4069-A544-5526A2E7999D}" dt="2026-09-30T13:34:46.030" v="198" actId="478"/>
          <ac:spMkLst>
            <pc:docMk/>
            <pc:sldMk cId="0" sldId="257"/>
            <ac:spMk id="3" creationId="{00000000-0000-0000-0000-000000000000}"/>
          </ac:spMkLst>
        </pc:spChg>
        <pc:spChg chg="del mod">
          <ac:chgData name="Mariona Floris Martin" userId="9899ebec-ee77-4c2d-8ff9-9f23dc9732d4" providerId="ADAL" clId="{D6709DC3-1EE9-4069-A544-5526A2E7999D}" dt="2026-09-30T13:34:46.030" v="198" actId="478"/>
          <ac:spMkLst>
            <pc:docMk/>
            <pc:sldMk cId="0" sldId="257"/>
            <ac:spMk id="4" creationId="{00000000-0000-0000-0000-000000000000}"/>
          </ac:spMkLst>
        </pc:spChg>
        <pc:spChg chg="del mod">
          <ac:chgData name="Mariona Floris Martin" userId="9899ebec-ee77-4c2d-8ff9-9f23dc9732d4" providerId="ADAL" clId="{D6709DC3-1EE9-4069-A544-5526A2E7999D}" dt="2026-09-30T13:34:46.030" v="198" actId="478"/>
          <ac:spMkLst>
            <pc:docMk/>
            <pc:sldMk cId="0" sldId="257"/>
            <ac:spMk id="5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3:43:48.065" v="344" actId="12788"/>
          <ac:spMkLst>
            <pc:docMk/>
            <pc:sldMk cId="0" sldId="257"/>
            <ac:spMk id="6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3:44:07.443" v="381" actId="1036"/>
          <ac:spMkLst>
            <pc:docMk/>
            <pc:sldMk cId="0" sldId="257"/>
            <ac:spMk id="7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3:44:10.951" v="390" actId="1036"/>
          <ac:spMkLst>
            <pc:docMk/>
            <pc:sldMk cId="0" sldId="257"/>
            <ac:spMk id="8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3:44:10.951" v="390" actId="1036"/>
          <ac:spMkLst>
            <pc:docMk/>
            <pc:sldMk cId="0" sldId="257"/>
            <ac:spMk id="9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3:44:10.951" v="390" actId="103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3:44:10.951" v="390" actId="103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1:39:57.168" v="35" actId="12789"/>
          <ac:spMkLst>
            <pc:docMk/>
            <pc:sldMk cId="0" sldId="257"/>
            <ac:spMk id="13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1:39:57.168" v="35" actId="12789"/>
          <ac:spMkLst>
            <pc:docMk/>
            <pc:sldMk cId="0" sldId="257"/>
            <ac:spMk id="15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3:35:55.858" v="217" actId="12789"/>
          <ac:spMkLst>
            <pc:docMk/>
            <pc:sldMk cId="0" sldId="257"/>
            <ac:spMk id="17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3:51:10.468" v="445" actId="2660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3:28:03.284" v="136" actId="20577"/>
          <ac:spMkLst>
            <pc:docMk/>
            <pc:sldMk cId="0" sldId="257"/>
            <ac:spMk id="20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3:35:08.651" v="200" actId="164"/>
          <ac:spMkLst>
            <pc:docMk/>
            <pc:sldMk cId="0" sldId="257"/>
            <ac:spMk id="21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3:35:08.651" v="200" actId="164"/>
          <ac:spMkLst>
            <pc:docMk/>
            <pc:sldMk cId="0" sldId="257"/>
            <ac:spMk id="22" creationId="{00000000-0000-0000-0000-000000000000}"/>
          </ac:spMkLst>
        </pc:spChg>
        <pc:spChg chg="del">
          <ac:chgData name="Mariona Floris Martin" userId="9899ebec-ee77-4c2d-8ff9-9f23dc9732d4" providerId="ADAL" clId="{D6709DC3-1EE9-4069-A544-5526A2E7999D}" dt="2026-09-30T13:34:46.030" v="198" actId="478"/>
          <ac:spMkLst>
            <pc:docMk/>
            <pc:sldMk cId="0" sldId="257"/>
            <ac:spMk id="23" creationId="{00000000-0000-0000-0000-000000000000}"/>
          </ac:spMkLst>
        </pc:spChg>
        <pc:spChg chg="del mod">
          <ac:chgData name="Mariona Floris Martin" userId="9899ebec-ee77-4c2d-8ff9-9f23dc9732d4" providerId="ADAL" clId="{D6709DC3-1EE9-4069-A544-5526A2E7999D}" dt="2026-09-30T13:34:46.030" v="198" actId="478"/>
          <ac:spMkLst>
            <pc:docMk/>
            <pc:sldMk cId="0" sldId="257"/>
            <ac:spMk id="24" creationId="{00000000-0000-0000-0000-000000000000}"/>
          </ac:spMkLst>
        </pc:spChg>
        <pc:spChg chg="del">
          <ac:chgData name="Mariona Floris Martin" userId="9899ebec-ee77-4c2d-8ff9-9f23dc9732d4" providerId="ADAL" clId="{D6709DC3-1EE9-4069-A544-5526A2E7999D}" dt="2026-09-30T13:34:46.030" v="198" actId="478"/>
          <ac:spMkLst>
            <pc:docMk/>
            <pc:sldMk cId="0" sldId="257"/>
            <ac:spMk id="25" creationId="{00000000-0000-0000-0000-000000000000}"/>
          </ac:spMkLst>
        </pc:spChg>
        <pc:spChg chg="del mod">
          <ac:chgData name="Mariona Floris Martin" userId="9899ebec-ee77-4c2d-8ff9-9f23dc9732d4" providerId="ADAL" clId="{D6709DC3-1EE9-4069-A544-5526A2E7999D}" dt="2026-09-30T13:34:46.030" v="198" actId="478"/>
          <ac:spMkLst>
            <pc:docMk/>
            <pc:sldMk cId="0" sldId="257"/>
            <ac:spMk id="26" creationId="{00000000-0000-0000-0000-000000000000}"/>
          </ac:spMkLst>
        </pc:spChg>
        <pc:spChg chg="del">
          <ac:chgData name="Mariona Floris Martin" userId="9899ebec-ee77-4c2d-8ff9-9f23dc9732d4" providerId="ADAL" clId="{D6709DC3-1EE9-4069-A544-5526A2E7999D}" dt="2026-09-30T13:34:46.030" v="198" actId="478"/>
          <ac:spMkLst>
            <pc:docMk/>
            <pc:sldMk cId="0" sldId="257"/>
            <ac:spMk id="27" creationId="{00000000-0000-0000-0000-000000000000}"/>
          </ac:spMkLst>
        </pc:spChg>
        <pc:spChg chg="del mod">
          <ac:chgData name="Mariona Floris Martin" userId="9899ebec-ee77-4c2d-8ff9-9f23dc9732d4" providerId="ADAL" clId="{D6709DC3-1EE9-4069-A544-5526A2E7999D}" dt="2026-09-30T13:34:46.030" v="198" actId="478"/>
          <ac:spMkLst>
            <pc:docMk/>
            <pc:sldMk cId="0" sldId="257"/>
            <ac:spMk id="28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3:44:35.710" v="414" actId="20577"/>
          <ac:spMkLst>
            <pc:docMk/>
            <pc:sldMk cId="0" sldId="257"/>
            <ac:spMk id="29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3:44:10.951" v="390" actId="1036"/>
          <ac:spMkLst>
            <pc:docMk/>
            <pc:sldMk cId="0" sldId="257"/>
            <ac:spMk id="30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3:44:10.951" v="390" actId="1036"/>
          <ac:spMkLst>
            <pc:docMk/>
            <pc:sldMk cId="0" sldId="257"/>
            <ac:spMk id="31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3:44:10.951" v="390" actId="1036"/>
          <ac:spMkLst>
            <pc:docMk/>
            <pc:sldMk cId="0" sldId="257"/>
            <ac:spMk id="32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3:44:10.951" v="390" actId="1036"/>
          <ac:spMkLst>
            <pc:docMk/>
            <pc:sldMk cId="0" sldId="257"/>
            <ac:spMk id="33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3:44:10.951" v="390" actId="1036"/>
          <ac:spMkLst>
            <pc:docMk/>
            <pc:sldMk cId="0" sldId="257"/>
            <ac:spMk id="34" creationId="{00000000-0000-0000-0000-000000000000}"/>
          </ac:spMkLst>
        </pc:spChg>
        <pc:spChg chg="del mod">
          <ac:chgData name="Mariona Floris Martin" userId="9899ebec-ee77-4c2d-8ff9-9f23dc9732d4" providerId="ADAL" clId="{D6709DC3-1EE9-4069-A544-5526A2E7999D}" dt="2026-09-30T13:36:39.851" v="237" actId="478"/>
          <ac:spMkLst>
            <pc:docMk/>
            <pc:sldMk cId="0" sldId="257"/>
            <ac:spMk id="36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3:28:49.988" v="160"/>
          <ac:spMkLst>
            <pc:docMk/>
            <pc:sldMk cId="0" sldId="257"/>
            <ac:spMk id="37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3:28:54.433" v="161"/>
          <ac:spMkLst>
            <pc:docMk/>
            <pc:sldMk cId="0" sldId="257"/>
            <ac:spMk id="38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3:36:07.125" v="225" actId="20577"/>
          <ac:spMkLst>
            <pc:docMk/>
            <pc:sldMk cId="0" sldId="257"/>
            <ac:spMk id="39" creationId="{00000000-0000-0000-0000-000000000000}"/>
          </ac:spMkLst>
        </pc:spChg>
        <pc:spChg chg="del">
          <ac:chgData name="Mariona Floris Martin" userId="9899ebec-ee77-4c2d-8ff9-9f23dc9732d4" providerId="ADAL" clId="{D6709DC3-1EE9-4069-A544-5526A2E7999D}" dt="2026-09-30T13:34:41.340" v="197" actId="478"/>
          <ac:spMkLst>
            <pc:docMk/>
            <pc:sldMk cId="0" sldId="257"/>
            <ac:spMk id="40" creationId="{00000000-0000-0000-0000-000000000000}"/>
          </ac:spMkLst>
        </pc:spChg>
        <pc:spChg chg="add del mod">
          <ac:chgData name="Mariona Floris Martin" userId="9899ebec-ee77-4c2d-8ff9-9f23dc9732d4" providerId="ADAL" clId="{D6709DC3-1EE9-4069-A544-5526A2E7999D}" dt="2026-09-30T14:02:32.581" v="473" actId="478"/>
          <ac:spMkLst>
            <pc:docMk/>
            <pc:sldMk cId="0" sldId="257"/>
            <ac:spMk id="42" creationId="{57AECB5E-D8C5-A70D-E641-38A97FDD6B96}"/>
          </ac:spMkLst>
        </pc:spChg>
        <pc:spChg chg="add del mod">
          <ac:chgData name="Mariona Floris Martin" userId="9899ebec-ee77-4c2d-8ff9-9f23dc9732d4" providerId="ADAL" clId="{D6709DC3-1EE9-4069-A544-5526A2E7999D}" dt="2026-09-30T14:02:32.581" v="473" actId="478"/>
          <ac:spMkLst>
            <pc:docMk/>
            <pc:sldMk cId="0" sldId="257"/>
            <ac:spMk id="43" creationId="{9A11E485-9898-022B-0FC3-DDC43B5C5D45}"/>
          </ac:spMkLst>
        </pc:spChg>
        <pc:spChg chg="mod">
          <ac:chgData name="Mariona Floris Martin" userId="9899ebec-ee77-4c2d-8ff9-9f23dc9732d4" providerId="ADAL" clId="{D6709DC3-1EE9-4069-A544-5526A2E7999D}" dt="2026-09-30T13:37:38.096" v="253" actId="20577"/>
          <ac:spMkLst>
            <pc:docMk/>
            <pc:sldMk cId="0" sldId="257"/>
            <ac:spMk id="45" creationId="{D40DA870-CF89-EF16-BED9-9F19FFF4019D}"/>
          </ac:spMkLst>
        </pc:spChg>
        <pc:spChg chg="mod">
          <ac:chgData name="Mariona Floris Martin" userId="9899ebec-ee77-4c2d-8ff9-9f23dc9732d4" providerId="ADAL" clId="{D6709DC3-1EE9-4069-A544-5526A2E7999D}" dt="2026-09-30T13:38:55.834" v="310" actId="20577"/>
          <ac:spMkLst>
            <pc:docMk/>
            <pc:sldMk cId="0" sldId="257"/>
            <ac:spMk id="46" creationId="{859CC74B-1A13-9967-B3EB-811122A1BF7D}"/>
          </ac:spMkLst>
        </pc:spChg>
        <pc:spChg chg="mod">
          <ac:chgData name="Mariona Floris Martin" userId="9899ebec-ee77-4c2d-8ff9-9f23dc9732d4" providerId="ADAL" clId="{D6709DC3-1EE9-4069-A544-5526A2E7999D}" dt="2026-09-30T13:38:32.422" v="267" actId="20577"/>
          <ac:spMkLst>
            <pc:docMk/>
            <pc:sldMk cId="0" sldId="257"/>
            <ac:spMk id="48" creationId="{577F34CF-D37B-9478-A5E7-18226F9764C6}"/>
          </ac:spMkLst>
        </pc:spChg>
        <pc:spChg chg="mod">
          <ac:chgData name="Mariona Floris Martin" userId="9899ebec-ee77-4c2d-8ff9-9f23dc9732d4" providerId="ADAL" clId="{D6709DC3-1EE9-4069-A544-5526A2E7999D}" dt="2026-09-30T13:39:00.362" v="313" actId="20577"/>
          <ac:spMkLst>
            <pc:docMk/>
            <pc:sldMk cId="0" sldId="257"/>
            <ac:spMk id="49" creationId="{BE47DF45-8CBB-7180-A3CB-3ECE07777844}"/>
          </ac:spMkLst>
        </pc:spChg>
        <pc:grpChg chg="add mod">
          <ac:chgData name="Mariona Floris Martin" userId="9899ebec-ee77-4c2d-8ff9-9f23dc9732d4" providerId="ADAL" clId="{D6709DC3-1EE9-4069-A544-5526A2E7999D}" dt="2026-09-30T14:02:40.037" v="475" actId="12789"/>
          <ac:grpSpMkLst>
            <pc:docMk/>
            <pc:sldMk cId="0" sldId="257"/>
            <ac:grpSpMk id="41" creationId="{6627F602-6479-6C8B-0922-4425243DC308}"/>
          </ac:grpSpMkLst>
        </pc:grpChg>
        <pc:grpChg chg="add del mod">
          <ac:chgData name="Mariona Floris Martin" userId="9899ebec-ee77-4c2d-8ff9-9f23dc9732d4" providerId="ADAL" clId="{D6709DC3-1EE9-4069-A544-5526A2E7999D}" dt="2026-09-30T14:02:32.581" v="473" actId="478"/>
          <ac:grpSpMkLst>
            <pc:docMk/>
            <pc:sldMk cId="0" sldId="257"/>
            <ac:grpSpMk id="44" creationId="{7DC462FD-1A7D-9F32-CA10-ECD6E7201795}"/>
          </ac:grpSpMkLst>
        </pc:grpChg>
        <pc:grpChg chg="add del mod">
          <ac:chgData name="Mariona Floris Martin" userId="9899ebec-ee77-4c2d-8ff9-9f23dc9732d4" providerId="ADAL" clId="{D6709DC3-1EE9-4069-A544-5526A2E7999D}" dt="2026-09-30T14:02:32.581" v="473" actId="478"/>
          <ac:grpSpMkLst>
            <pc:docMk/>
            <pc:sldMk cId="0" sldId="257"/>
            <ac:grpSpMk id="47" creationId="{032DBF40-BA7C-A9A7-75D8-47F4B8758EAB}"/>
          </ac:grpSpMkLst>
        </pc:grpChg>
        <pc:grpChg chg="add del mod">
          <ac:chgData name="Mariona Floris Martin" userId="9899ebec-ee77-4c2d-8ff9-9f23dc9732d4" providerId="ADAL" clId="{D6709DC3-1EE9-4069-A544-5526A2E7999D}" dt="2026-09-30T13:42:47.051" v="335" actId="165"/>
          <ac:grpSpMkLst>
            <pc:docMk/>
            <pc:sldMk cId="0" sldId="257"/>
            <ac:grpSpMk id="58" creationId="{FA06DF7D-CF04-B518-3CF8-0B841C97F1EF}"/>
          </ac:grpSpMkLst>
        </pc:grpChg>
        <pc:grpChg chg="add mod">
          <ac:chgData name="Mariona Floris Martin" userId="9899ebec-ee77-4c2d-8ff9-9f23dc9732d4" providerId="ADAL" clId="{D6709DC3-1EE9-4069-A544-5526A2E7999D}" dt="2026-09-30T13:44:16.339" v="407" actId="1036"/>
          <ac:grpSpMkLst>
            <pc:docMk/>
            <pc:sldMk cId="0" sldId="257"/>
            <ac:grpSpMk id="59" creationId="{D7A13957-F943-3E39-9B82-C540FE17A162}"/>
          </ac:grpSpMkLst>
        </pc:grpChg>
        <pc:picChg chg="mod">
          <ac:chgData name="Mariona Floris Martin" userId="9899ebec-ee77-4c2d-8ff9-9f23dc9732d4" providerId="ADAL" clId="{D6709DC3-1EE9-4069-A544-5526A2E7999D}" dt="2026-09-30T11:39:21.856" v="31" actId="554"/>
          <ac:picMkLst>
            <pc:docMk/>
            <pc:sldMk cId="0" sldId="257"/>
            <ac:picMk id="14" creationId="{00000000-0000-0000-0000-000000000000}"/>
          </ac:picMkLst>
        </pc:picChg>
        <pc:picChg chg="mod">
          <ac:chgData name="Mariona Floris Martin" userId="9899ebec-ee77-4c2d-8ff9-9f23dc9732d4" providerId="ADAL" clId="{D6709DC3-1EE9-4069-A544-5526A2E7999D}" dt="2026-09-30T11:39:21.856" v="31" actId="554"/>
          <ac:picMkLst>
            <pc:docMk/>
            <pc:sldMk cId="0" sldId="257"/>
            <ac:picMk id="16" creationId="{00000000-0000-0000-0000-000000000000}"/>
          </ac:picMkLst>
        </pc:picChg>
        <pc:picChg chg="mod">
          <ac:chgData name="Mariona Floris Martin" userId="9899ebec-ee77-4c2d-8ff9-9f23dc9732d4" providerId="ADAL" clId="{D6709DC3-1EE9-4069-A544-5526A2E7999D}" dt="2026-09-30T11:39:21.856" v="31" actId="554"/>
          <ac:picMkLst>
            <pc:docMk/>
            <pc:sldMk cId="0" sldId="257"/>
            <ac:picMk id="18" creationId="{00000000-0000-0000-0000-000000000000}"/>
          </ac:picMkLst>
        </pc:picChg>
        <pc:picChg chg="add del mod">
          <ac:chgData name="Mariona Floris Martin" userId="9899ebec-ee77-4c2d-8ff9-9f23dc9732d4" providerId="ADAL" clId="{D6709DC3-1EE9-4069-A544-5526A2E7999D}" dt="2026-09-30T13:40:35.025" v="316" actId="478"/>
          <ac:picMkLst>
            <pc:docMk/>
            <pc:sldMk cId="0" sldId="257"/>
            <ac:picMk id="51" creationId="{EC342174-550D-A9EB-891A-39AE8645A980}"/>
          </ac:picMkLst>
        </pc:picChg>
        <pc:picChg chg="add del">
          <ac:chgData name="Mariona Floris Martin" userId="9899ebec-ee77-4c2d-8ff9-9f23dc9732d4" providerId="ADAL" clId="{D6709DC3-1EE9-4069-A544-5526A2E7999D}" dt="2026-09-30T13:41:05.960" v="318" actId="478"/>
          <ac:picMkLst>
            <pc:docMk/>
            <pc:sldMk cId="0" sldId="257"/>
            <ac:picMk id="53" creationId="{54A3ADE6-AA85-62F0-EDF2-0EFEE8E02FE9}"/>
          </ac:picMkLst>
        </pc:picChg>
        <pc:picChg chg="add mod topLvl modCrop">
          <ac:chgData name="Mariona Floris Martin" userId="9899ebec-ee77-4c2d-8ff9-9f23dc9732d4" providerId="ADAL" clId="{D6709DC3-1EE9-4069-A544-5526A2E7999D}" dt="2026-09-30T13:43:45.519" v="343" actId="164"/>
          <ac:picMkLst>
            <pc:docMk/>
            <pc:sldMk cId="0" sldId="257"/>
            <ac:picMk id="55" creationId="{588CDAA4-0717-0863-D3E2-5F6EB75EDC3A}"/>
          </ac:picMkLst>
        </pc:picChg>
        <pc:picChg chg="add mod topLvl modCrop">
          <ac:chgData name="Mariona Floris Martin" userId="9899ebec-ee77-4c2d-8ff9-9f23dc9732d4" providerId="ADAL" clId="{D6709DC3-1EE9-4069-A544-5526A2E7999D}" dt="2026-09-30T13:43:45.519" v="343" actId="164"/>
          <ac:picMkLst>
            <pc:docMk/>
            <pc:sldMk cId="0" sldId="257"/>
            <ac:picMk id="57" creationId="{84CACF05-60DD-2A60-AF27-E45708C4C275}"/>
          </ac:picMkLst>
        </pc:picChg>
        <pc:inkChg chg="add del">
          <ac:chgData name="Mariona Floris Martin" userId="9899ebec-ee77-4c2d-8ff9-9f23dc9732d4" providerId="ADAL" clId="{D6709DC3-1EE9-4069-A544-5526A2E7999D}" dt="2026-09-30T13:45:26.453" v="422" actId="9405"/>
          <ac:inkMkLst>
            <pc:docMk/>
            <pc:sldMk cId="0" sldId="257"/>
            <ac:inkMk id="60" creationId="{6FB1B397-F30A-ADF0-24ED-1C841C31D4E6}"/>
          </ac:inkMkLst>
        </pc:inkChg>
        <pc:inkChg chg="add del">
          <ac:chgData name="Mariona Floris Martin" userId="9899ebec-ee77-4c2d-8ff9-9f23dc9732d4" providerId="ADAL" clId="{D6709DC3-1EE9-4069-A544-5526A2E7999D}" dt="2026-09-30T13:45:22.726" v="419" actId="9405"/>
          <ac:inkMkLst>
            <pc:docMk/>
            <pc:sldMk cId="0" sldId="257"/>
            <ac:inkMk id="61" creationId="{D51C09F4-83FC-31FD-66C3-CEC36EB4B0E8}"/>
          </ac:inkMkLst>
        </pc:inkChg>
        <pc:inkChg chg="add del">
          <ac:chgData name="Mariona Floris Martin" userId="9899ebec-ee77-4c2d-8ff9-9f23dc9732d4" providerId="ADAL" clId="{D6709DC3-1EE9-4069-A544-5526A2E7999D}" dt="2026-09-30T13:45:21.735" v="418" actId="9405"/>
          <ac:inkMkLst>
            <pc:docMk/>
            <pc:sldMk cId="0" sldId="257"/>
            <ac:inkMk id="62" creationId="{70527A8A-CB42-8539-B28B-9C0399B7D7E4}"/>
          </ac:inkMkLst>
        </pc:inkChg>
        <pc:inkChg chg="add del">
          <ac:chgData name="Mariona Floris Martin" userId="9899ebec-ee77-4c2d-8ff9-9f23dc9732d4" providerId="ADAL" clId="{D6709DC3-1EE9-4069-A544-5526A2E7999D}" dt="2026-09-30T13:45:26.113" v="421" actId="9405"/>
          <ac:inkMkLst>
            <pc:docMk/>
            <pc:sldMk cId="0" sldId="257"/>
            <ac:inkMk id="63" creationId="{31AC5869-CB12-2DE9-F33E-69CE9FB0AFAB}"/>
          </ac:inkMkLst>
        </pc:inkChg>
        <pc:inkChg chg="add">
          <ac:chgData name="Mariona Floris Martin" userId="9899ebec-ee77-4c2d-8ff9-9f23dc9732d4" providerId="ADAL" clId="{D6709DC3-1EE9-4069-A544-5526A2E7999D}" dt="2026-09-30T13:45:29.450" v="423" actId="9405"/>
          <ac:inkMkLst>
            <pc:docMk/>
            <pc:sldMk cId="0" sldId="257"/>
            <ac:inkMk id="64" creationId="{79C684B4-E6BC-ED89-EDD8-7C58D61FF0BA}"/>
          </ac:inkMkLst>
        </pc:inkChg>
        <pc:inkChg chg="add del">
          <ac:chgData name="Mariona Floris Martin" userId="9899ebec-ee77-4c2d-8ff9-9f23dc9732d4" providerId="ADAL" clId="{D6709DC3-1EE9-4069-A544-5526A2E7999D}" dt="2026-09-30T13:45:32.206" v="425"/>
          <ac:inkMkLst>
            <pc:docMk/>
            <pc:sldMk cId="0" sldId="257"/>
            <ac:inkMk id="65" creationId="{D297A340-72A2-4013-B5B1-83492DD27DDC}"/>
          </ac:inkMkLst>
        </pc:inkChg>
        <pc:inkChg chg="add">
          <ac:chgData name="Mariona Floris Martin" userId="9899ebec-ee77-4c2d-8ff9-9f23dc9732d4" providerId="ADAL" clId="{D6709DC3-1EE9-4069-A544-5526A2E7999D}" dt="2026-09-30T13:45:32.206" v="425"/>
          <ac:inkMkLst>
            <pc:docMk/>
            <pc:sldMk cId="0" sldId="257"/>
            <ac:inkMk id="66" creationId="{900D0D2C-E172-5868-DE6D-E18A46D80A14}"/>
          </ac:inkMkLst>
        </pc:inkChg>
      </pc:sldChg>
      <pc:sldChg chg="addSp delSp modSp mod ord">
        <pc:chgData name="Mariona Floris Martin" userId="9899ebec-ee77-4c2d-8ff9-9f23dc9732d4" providerId="ADAL" clId="{D6709DC3-1EE9-4069-A544-5526A2E7999D}" dt="2026-09-30T14:18:09.726" v="597"/>
        <pc:sldMkLst>
          <pc:docMk/>
          <pc:sldMk cId="0" sldId="258"/>
        </pc:sldMkLst>
        <pc:spChg chg="del">
          <ac:chgData name="Mariona Floris Martin" userId="9899ebec-ee77-4c2d-8ff9-9f23dc9732d4" providerId="ADAL" clId="{D6709DC3-1EE9-4069-A544-5526A2E7999D}" dt="2026-09-30T11:35:50.228" v="3" actId="478"/>
          <ac:spMkLst>
            <pc:docMk/>
            <pc:sldMk cId="0" sldId="258"/>
            <ac:spMk id="5" creationId="{00000000-0000-0000-0000-000000000000}"/>
          </ac:spMkLst>
        </pc:spChg>
        <pc:spChg chg="del">
          <ac:chgData name="Mariona Floris Martin" userId="9899ebec-ee77-4c2d-8ff9-9f23dc9732d4" providerId="ADAL" clId="{D6709DC3-1EE9-4069-A544-5526A2E7999D}" dt="2026-09-30T11:35:50.228" v="3" actId="478"/>
          <ac:spMkLst>
            <pc:docMk/>
            <pc:sldMk cId="0" sldId="258"/>
            <ac:spMk id="10" creationId="{00000000-0000-0000-0000-000000000000}"/>
          </ac:spMkLst>
        </pc:spChg>
        <pc:spChg chg="del">
          <ac:chgData name="Mariona Floris Martin" userId="9899ebec-ee77-4c2d-8ff9-9f23dc9732d4" providerId="ADAL" clId="{D6709DC3-1EE9-4069-A544-5526A2E7999D}" dt="2026-09-30T11:35:32.698" v="0" actId="478"/>
          <ac:spMkLst>
            <pc:docMk/>
            <pc:sldMk cId="0" sldId="258"/>
            <ac:spMk id="16" creationId="{00000000-0000-0000-0000-000000000000}"/>
          </ac:spMkLst>
        </pc:spChg>
        <pc:spChg chg="del">
          <ac:chgData name="Mariona Floris Martin" userId="9899ebec-ee77-4c2d-8ff9-9f23dc9732d4" providerId="ADAL" clId="{D6709DC3-1EE9-4069-A544-5526A2E7999D}" dt="2026-09-30T11:35:32.698" v="0" actId="478"/>
          <ac:spMkLst>
            <pc:docMk/>
            <pc:sldMk cId="0" sldId="258"/>
            <ac:spMk id="20" creationId="{00000000-0000-0000-0000-000000000000}"/>
          </ac:spMkLst>
        </pc:spChg>
        <pc:spChg chg="del">
          <ac:chgData name="Mariona Floris Martin" userId="9899ebec-ee77-4c2d-8ff9-9f23dc9732d4" providerId="ADAL" clId="{D6709DC3-1EE9-4069-A544-5526A2E7999D}" dt="2026-09-30T11:35:32.698" v="0" actId="478"/>
          <ac:spMkLst>
            <pc:docMk/>
            <pc:sldMk cId="0" sldId="258"/>
            <ac:spMk id="42" creationId="{00000000-0000-0000-0000-000000000000}"/>
          </ac:spMkLst>
        </pc:spChg>
        <pc:spChg chg="del">
          <ac:chgData name="Mariona Floris Martin" userId="9899ebec-ee77-4c2d-8ff9-9f23dc9732d4" providerId="ADAL" clId="{D6709DC3-1EE9-4069-A544-5526A2E7999D}" dt="2026-09-30T11:35:32.698" v="0" actId="478"/>
          <ac:spMkLst>
            <pc:docMk/>
            <pc:sldMk cId="0" sldId="258"/>
            <ac:spMk id="46" creationId="{00000000-0000-0000-0000-000000000000}"/>
          </ac:spMkLst>
        </pc:spChg>
        <pc:spChg chg="del">
          <ac:chgData name="Mariona Floris Martin" userId="9899ebec-ee77-4c2d-8ff9-9f23dc9732d4" providerId="ADAL" clId="{D6709DC3-1EE9-4069-A544-5526A2E7999D}" dt="2026-09-30T11:35:32.698" v="0" actId="478"/>
          <ac:spMkLst>
            <pc:docMk/>
            <pc:sldMk cId="0" sldId="258"/>
            <ac:spMk id="49" creationId="{00000000-0000-0000-0000-000000000000}"/>
          </ac:spMkLst>
        </pc:spChg>
        <pc:spChg chg="del">
          <ac:chgData name="Mariona Floris Martin" userId="9899ebec-ee77-4c2d-8ff9-9f23dc9732d4" providerId="ADAL" clId="{D6709DC3-1EE9-4069-A544-5526A2E7999D}" dt="2026-09-30T11:35:32.698" v="0" actId="478"/>
          <ac:spMkLst>
            <pc:docMk/>
            <pc:sldMk cId="0" sldId="258"/>
            <ac:spMk id="52" creationId="{00000000-0000-0000-0000-000000000000}"/>
          </ac:spMkLst>
        </pc:spChg>
        <pc:spChg chg="del mod">
          <ac:chgData name="Mariona Floris Martin" userId="9899ebec-ee77-4c2d-8ff9-9f23dc9732d4" providerId="ADAL" clId="{D6709DC3-1EE9-4069-A544-5526A2E7999D}" dt="2026-09-30T13:29:28.866" v="167" actId="478"/>
          <ac:spMkLst>
            <pc:docMk/>
            <pc:sldMk cId="0" sldId="258"/>
            <ac:spMk id="55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3:29:32.836" v="168" actId="1076"/>
          <ac:spMkLst>
            <pc:docMk/>
            <pc:sldMk cId="0" sldId="258"/>
            <ac:spMk id="56" creationId="{00000000-0000-0000-0000-000000000000}"/>
          </ac:spMkLst>
        </pc:spChg>
        <pc:spChg chg="del">
          <ac:chgData name="Mariona Floris Martin" userId="9899ebec-ee77-4c2d-8ff9-9f23dc9732d4" providerId="ADAL" clId="{D6709DC3-1EE9-4069-A544-5526A2E7999D}" dt="2026-09-30T11:35:50.228" v="3" actId="478"/>
          <ac:spMkLst>
            <pc:docMk/>
            <pc:sldMk cId="0" sldId="258"/>
            <ac:spMk id="58" creationId="{00000000-0000-0000-0000-000000000000}"/>
          </ac:spMkLst>
        </pc:spChg>
        <pc:spChg chg="del">
          <ac:chgData name="Mariona Floris Martin" userId="9899ebec-ee77-4c2d-8ff9-9f23dc9732d4" providerId="ADAL" clId="{D6709DC3-1EE9-4069-A544-5526A2E7999D}" dt="2026-09-30T11:35:50.228" v="3" actId="478"/>
          <ac:spMkLst>
            <pc:docMk/>
            <pc:sldMk cId="0" sldId="258"/>
            <ac:spMk id="60" creationId="{00000000-0000-0000-0000-000000000000}"/>
          </ac:spMkLst>
        </pc:spChg>
        <pc:spChg chg="del">
          <ac:chgData name="Mariona Floris Martin" userId="9899ebec-ee77-4c2d-8ff9-9f23dc9732d4" providerId="ADAL" clId="{D6709DC3-1EE9-4069-A544-5526A2E7999D}" dt="2026-09-30T11:35:50.228" v="3" actId="478"/>
          <ac:spMkLst>
            <pc:docMk/>
            <pc:sldMk cId="0" sldId="258"/>
            <ac:spMk id="61" creationId="{00000000-0000-0000-0000-000000000000}"/>
          </ac:spMkLst>
        </pc:spChg>
        <pc:spChg chg="del">
          <ac:chgData name="Mariona Floris Martin" userId="9899ebec-ee77-4c2d-8ff9-9f23dc9732d4" providerId="ADAL" clId="{D6709DC3-1EE9-4069-A544-5526A2E7999D}" dt="2026-09-30T11:35:50.228" v="3" actId="478"/>
          <ac:spMkLst>
            <pc:docMk/>
            <pc:sldMk cId="0" sldId="258"/>
            <ac:spMk id="62" creationId="{00000000-0000-0000-0000-000000000000}"/>
          </ac:spMkLst>
        </pc:spChg>
        <pc:spChg chg="del">
          <ac:chgData name="Mariona Floris Martin" userId="9899ebec-ee77-4c2d-8ff9-9f23dc9732d4" providerId="ADAL" clId="{D6709DC3-1EE9-4069-A544-5526A2E7999D}" dt="2026-09-30T11:35:50.228" v="3" actId="478"/>
          <ac:spMkLst>
            <pc:docMk/>
            <pc:sldMk cId="0" sldId="258"/>
            <ac:spMk id="63" creationId="{00000000-0000-0000-0000-000000000000}"/>
          </ac:spMkLst>
        </pc:spChg>
        <pc:spChg chg="del">
          <ac:chgData name="Mariona Floris Martin" userId="9899ebec-ee77-4c2d-8ff9-9f23dc9732d4" providerId="ADAL" clId="{D6709DC3-1EE9-4069-A544-5526A2E7999D}" dt="2026-09-30T11:35:50.228" v="3" actId="478"/>
          <ac:spMkLst>
            <pc:docMk/>
            <pc:sldMk cId="0" sldId="258"/>
            <ac:spMk id="64" creationId="{00000000-0000-0000-0000-000000000000}"/>
          </ac:spMkLst>
        </pc:spChg>
        <pc:spChg chg="del">
          <ac:chgData name="Mariona Floris Martin" userId="9899ebec-ee77-4c2d-8ff9-9f23dc9732d4" providerId="ADAL" clId="{D6709DC3-1EE9-4069-A544-5526A2E7999D}" dt="2026-09-30T11:35:50.228" v="3" actId="478"/>
          <ac:spMkLst>
            <pc:docMk/>
            <pc:sldMk cId="0" sldId="258"/>
            <ac:spMk id="66" creationId="{00000000-0000-0000-0000-000000000000}"/>
          </ac:spMkLst>
        </pc:spChg>
        <pc:spChg chg="del">
          <ac:chgData name="Mariona Floris Martin" userId="9899ebec-ee77-4c2d-8ff9-9f23dc9732d4" providerId="ADAL" clId="{D6709DC3-1EE9-4069-A544-5526A2E7999D}" dt="2026-09-30T11:35:50.228" v="3" actId="478"/>
          <ac:spMkLst>
            <pc:docMk/>
            <pc:sldMk cId="0" sldId="258"/>
            <ac:spMk id="68" creationId="{00000000-0000-0000-0000-000000000000}"/>
          </ac:spMkLst>
        </pc:spChg>
        <pc:spChg chg="del">
          <ac:chgData name="Mariona Floris Martin" userId="9899ebec-ee77-4c2d-8ff9-9f23dc9732d4" providerId="ADAL" clId="{D6709DC3-1EE9-4069-A544-5526A2E7999D}" dt="2026-09-30T11:35:32.698" v="0" actId="478"/>
          <ac:spMkLst>
            <pc:docMk/>
            <pc:sldMk cId="0" sldId="258"/>
            <ac:spMk id="77" creationId="{00000000-0000-0000-0000-000000000000}"/>
          </ac:spMkLst>
        </pc:spChg>
        <pc:spChg chg="del">
          <ac:chgData name="Mariona Floris Martin" userId="9899ebec-ee77-4c2d-8ff9-9f23dc9732d4" providerId="ADAL" clId="{D6709DC3-1EE9-4069-A544-5526A2E7999D}" dt="2026-09-30T11:35:32.698" v="0" actId="478"/>
          <ac:spMkLst>
            <pc:docMk/>
            <pc:sldMk cId="0" sldId="258"/>
            <ac:spMk id="84" creationId="{00000000-0000-0000-0000-000000000000}"/>
          </ac:spMkLst>
        </pc:spChg>
        <pc:spChg chg="del">
          <ac:chgData name="Mariona Floris Martin" userId="9899ebec-ee77-4c2d-8ff9-9f23dc9732d4" providerId="ADAL" clId="{D6709DC3-1EE9-4069-A544-5526A2E7999D}" dt="2026-09-30T11:35:32.698" v="0" actId="478"/>
          <ac:spMkLst>
            <pc:docMk/>
            <pc:sldMk cId="0" sldId="258"/>
            <ac:spMk id="87" creationId="{00000000-0000-0000-0000-000000000000}"/>
          </ac:spMkLst>
        </pc:spChg>
        <pc:spChg chg="del">
          <ac:chgData name="Mariona Floris Martin" userId="9899ebec-ee77-4c2d-8ff9-9f23dc9732d4" providerId="ADAL" clId="{D6709DC3-1EE9-4069-A544-5526A2E7999D}" dt="2026-09-30T11:35:32.698" v="0" actId="478"/>
          <ac:spMkLst>
            <pc:docMk/>
            <pc:sldMk cId="0" sldId="258"/>
            <ac:spMk id="105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1:41:42.723" v="45" actId="20577"/>
          <ac:spMkLst>
            <pc:docMk/>
            <pc:sldMk cId="0" sldId="258"/>
            <ac:spMk id="112" creationId="{00000000-0000-0000-0000-000000000000}"/>
          </ac:spMkLst>
        </pc:spChg>
        <pc:graphicFrameChg chg="add mod">
          <ac:chgData name="Mariona Floris Martin" userId="9899ebec-ee77-4c2d-8ff9-9f23dc9732d4" providerId="ADAL" clId="{D6709DC3-1EE9-4069-A544-5526A2E7999D}" dt="2026-09-30T13:29:36.704" v="169" actId="14100"/>
          <ac:graphicFrameMkLst>
            <pc:docMk/>
            <pc:sldMk cId="0" sldId="258"/>
            <ac:graphicFrameMk id="114" creationId="{EA196B0F-68FA-D0F0-6E18-F49AB5F8D3E7}"/>
          </ac:graphicFrameMkLst>
        </pc:graphicFrameChg>
      </pc:sldChg>
      <pc:sldChg chg="delSp modSp mod">
        <pc:chgData name="Mariona Floris Martin" userId="9899ebec-ee77-4c2d-8ff9-9f23dc9732d4" providerId="ADAL" clId="{D6709DC3-1EE9-4069-A544-5526A2E7999D}" dt="2026-09-30T14:15:41.249" v="595" actId="20577"/>
        <pc:sldMkLst>
          <pc:docMk/>
          <pc:sldMk cId="0" sldId="259"/>
        </pc:sldMkLst>
        <pc:spChg chg="mod">
          <ac:chgData name="Mariona Floris Martin" userId="9899ebec-ee77-4c2d-8ff9-9f23dc9732d4" providerId="ADAL" clId="{D6709DC3-1EE9-4069-A544-5526A2E7999D}" dt="2026-09-30T13:47:58.253" v="444" actId="12788"/>
          <ac:spMkLst>
            <pc:docMk/>
            <pc:sldMk cId="0" sldId="259"/>
            <ac:spMk id="4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3:47:52.167" v="442" actId="12789"/>
          <ac:spMkLst>
            <pc:docMk/>
            <pc:sldMk cId="0" sldId="259"/>
            <ac:spMk id="7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3:47:52.167" v="442" actId="12789"/>
          <ac:spMkLst>
            <pc:docMk/>
            <pc:sldMk cId="0" sldId="259"/>
            <ac:spMk id="10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3:47:52.167" v="442" actId="12789"/>
          <ac:spMkLst>
            <pc:docMk/>
            <pc:sldMk cId="0" sldId="259"/>
            <ac:spMk id="13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3:47:52.167" v="442" actId="12789"/>
          <ac:spMkLst>
            <pc:docMk/>
            <pc:sldMk cId="0" sldId="259"/>
            <ac:spMk id="16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4:07:43.040" v="505" actId="12789"/>
          <ac:spMkLst>
            <pc:docMk/>
            <pc:sldMk cId="0" sldId="259"/>
            <ac:spMk id="18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3:47:37.357" v="441" actId="20577"/>
          <ac:spMkLst>
            <pc:docMk/>
            <pc:sldMk cId="0" sldId="259"/>
            <ac:spMk id="20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3:47:32.664" v="440" actId="20577"/>
          <ac:spMkLst>
            <pc:docMk/>
            <pc:sldMk cId="0" sldId="259"/>
            <ac:spMk id="21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3:47:58.253" v="444" actId="12788"/>
          <ac:spMkLst>
            <pc:docMk/>
            <pc:sldMk cId="0" sldId="259"/>
            <ac:spMk id="22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4:07:09.106" v="503" actId="14100"/>
          <ac:spMkLst>
            <pc:docMk/>
            <pc:sldMk cId="0" sldId="259"/>
            <ac:spMk id="23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4:07:06.392" v="502" actId="554"/>
          <ac:spMkLst>
            <pc:docMk/>
            <pc:sldMk cId="0" sldId="259"/>
            <ac:spMk id="24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3:47:52.167" v="442" actId="12789"/>
          <ac:spMkLst>
            <pc:docMk/>
            <pc:sldMk cId="0" sldId="259"/>
            <ac:spMk id="25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4:06:57.120" v="483" actId="14100"/>
          <ac:spMkLst>
            <pc:docMk/>
            <pc:sldMk cId="0" sldId="259"/>
            <ac:spMk id="26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4:07:06.392" v="502" actId="554"/>
          <ac:spMkLst>
            <pc:docMk/>
            <pc:sldMk cId="0" sldId="259"/>
            <ac:spMk id="27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3:47:52.167" v="442" actId="12789"/>
          <ac:spMkLst>
            <pc:docMk/>
            <pc:sldMk cId="0" sldId="259"/>
            <ac:spMk id="28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4:06:40.601" v="476" actId="255"/>
          <ac:spMkLst>
            <pc:docMk/>
            <pc:sldMk cId="0" sldId="259"/>
            <ac:spMk id="29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4:07:06.392" v="502" actId="554"/>
          <ac:spMkLst>
            <pc:docMk/>
            <pc:sldMk cId="0" sldId="259"/>
            <ac:spMk id="30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3:47:52.167" v="442" actId="12789"/>
          <ac:spMkLst>
            <pc:docMk/>
            <pc:sldMk cId="0" sldId="259"/>
            <ac:spMk id="31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4:06:53.879" v="482" actId="14100"/>
          <ac:spMkLst>
            <pc:docMk/>
            <pc:sldMk cId="0" sldId="259"/>
            <ac:spMk id="32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4:14:41.612" v="587" actId="20577"/>
          <ac:spMkLst>
            <pc:docMk/>
            <pc:sldMk cId="0" sldId="259"/>
            <ac:spMk id="33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3:47:52.167" v="442" actId="12789"/>
          <ac:spMkLst>
            <pc:docMk/>
            <pc:sldMk cId="0" sldId="259"/>
            <ac:spMk id="34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4:06:40.601" v="476" actId="255"/>
          <ac:spMkLst>
            <pc:docMk/>
            <pc:sldMk cId="0" sldId="259"/>
            <ac:spMk id="35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4:15:41.249" v="595" actId="20577"/>
          <ac:spMkLst>
            <pc:docMk/>
            <pc:sldMk cId="0" sldId="259"/>
            <ac:spMk id="36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4:07:43.040" v="505" actId="12789"/>
          <ac:spMkLst>
            <pc:docMk/>
            <pc:sldMk cId="0" sldId="259"/>
            <ac:spMk id="37" creationId="{00000000-0000-0000-0000-000000000000}"/>
          </ac:spMkLst>
        </pc:spChg>
        <pc:spChg chg="del">
          <ac:chgData name="Mariona Floris Martin" userId="9899ebec-ee77-4c2d-8ff9-9f23dc9732d4" providerId="ADAL" clId="{D6709DC3-1EE9-4069-A544-5526A2E7999D}" dt="2026-09-30T13:52:55.102" v="472" actId="478"/>
          <ac:spMkLst>
            <pc:docMk/>
            <pc:sldMk cId="0" sldId="259"/>
            <ac:spMk id="38" creationId="{00000000-0000-0000-0000-000000000000}"/>
          </ac:spMkLst>
        </pc:spChg>
        <pc:spChg chg="del">
          <ac:chgData name="Mariona Floris Martin" userId="9899ebec-ee77-4c2d-8ff9-9f23dc9732d4" providerId="ADAL" clId="{D6709DC3-1EE9-4069-A544-5526A2E7999D}" dt="2026-09-30T13:52:55.102" v="472" actId="478"/>
          <ac:spMkLst>
            <pc:docMk/>
            <pc:sldMk cId="0" sldId="259"/>
            <ac:spMk id="39" creationId="{00000000-0000-0000-0000-000000000000}"/>
          </ac:spMkLst>
        </pc:spChg>
        <pc:spChg chg="del">
          <ac:chgData name="Mariona Floris Martin" userId="9899ebec-ee77-4c2d-8ff9-9f23dc9732d4" providerId="ADAL" clId="{D6709DC3-1EE9-4069-A544-5526A2E7999D}" dt="2026-09-30T13:52:55.102" v="472" actId="478"/>
          <ac:spMkLst>
            <pc:docMk/>
            <pc:sldMk cId="0" sldId="259"/>
            <ac:spMk id="40" creationId="{00000000-0000-0000-0000-000000000000}"/>
          </ac:spMkLst>
        </pc:spChg>
        <pc:spChg chg="del mod">
          <ac:chgData name="Mariona Floris Martin" userId="9899ebec-ee77-4c2d-8ff9-9f23dc9732d4" providerId="ADAL" clId="{D6709DC3-1EE9-4069-A544-5526A2E7999D}" dt="2026-09-30T13:52:55.102" v="472" actId="478"/>
          <ac:spMkLst>
            <pc:docMk/>
            <pc:sldMk cId="0" sldId="259"/>
            <ac:spMk id="41" creationId="{00000000-0000-0000-0000-000000000000}"/>
          </ac:spMkLst>
        </pc:spChg>
        <pc:picChg chg="mod">
          <ac:chgData name="Mariona Floris Martin" userId="9899ebec-ee77-4c2d-8ff9-9f23dc9732d4" providerId="ADAL" clId="{D6709DC3-1EE9-4069-A544-5526A2E7999D}" dt="2026-09-30T13:51:10.468" v="445" actId="26606"/>
          <ac:picMkLst>
            <pc:docMk/>
            <pc:sldMk cId="0" sldId="259"/>
            <ac:picMk id="8" creationId="{00000000-0000-0000-0000-000000000000}"/>
          </ac:picMkLst>
        </pc:picChg>
        <pc:picChg chg="mod">
          <ac:chgData name="Mariona Floris Martin" userId="9899ebec-ee77-4c2d-8ff9-9f23dc9732d4" providerId="ADAL" clId="{D6709DC3-1EE9-4069-A544-5526A2E7999D}" dt="2026-09-30T13:51:10.468" v="445" actId="26606"/>
          <ac:picMkLst>
            <pc:docMk/>
            <pc:sldMk cId="0" sldId="259"/>
            <ac:picMk id="11" creationId="{00000000-0000-0000-0000-000000000000}"/>
          </ac:picMkLst>
        </pc:picChg>
        <pc:picChg chg="mod">
          <ac:chgData name="Mariona Floris Martin" userId="9899ebec-ee77-4c2d-8ff9-9f23dc9732d4" providerId="ADAL" clId="{D6709DC3-1EE9-4069-A544-5526A2E7999D}" dt="2026-09-30T13:51:10.468" v="445" actId="26606"/>
          <ac:picMkLst>
            <pc:docMk/>
            <pc:sldMk cId="0" sldId="259"/>
            <ac:picMk id="14" creationId="{00000000-0000-0000-0000-000000000000}"/>
          </ac:picMkLst>
        </pc:picChg>
        <pc:picChg chg="mod">
          <ac:chgData name="Mariona Floris Martin" userId="9899ebec-ee77-4c2d-8ff9-9f23dc9732d4" providerId="ADAL" clId="{D6709DC3-1EE9-4069-A544-5526A2E7999D}" dt="2026-09-30T13:51:10.468" v="445" actId="26606"/>
          <ac:picMkLst>
            <pc:docMk/>
            <pc:sldMk cId="0" sldId="259"/>
            <ac:picMk id="19" creationId="{00000000-0000-0000-0000-000000000000}"/>
          </ac:picMkLst>
        </pc:picChg>
      </pc:sldChg>
      <pc:sldChg chg="addSp delSp modSp add mod">
        <pc:chgData name="Mariona Floris Martin" userId="9899ebec-ee77-4c2d-8ff9-9f23dc9732d4" providerId="ADAL" clId="{D6709DC3-1EE9-4069-A544-5526A2E7999D}" dt="2026-09-30T11:42:17.406" v="57" actId="1076"/>
        <pc:sldMkLst>
          <pc:docMk/>
          <pc:sldMk cId="3231572227" sldId="260"/>
        </pc:sldMkLst>
        <pc:spChg chg="del">
          <ac:chgData name="Mariona Floris Martin" userId="9899ebec-ee77-4c2d-8ff9-9f23dc9732d4" providerId="ADAL" clId="{D6709DC3-1EE9-4069-A544-5526A2E7999D}" dt="2026-09-30T11:41:57.464" v="54" actId="478"/>
          <ac:spMkLst>
            <pc:docMk/>
            <pc:sldMk cId="3231572227" sldId="260"/>
            <ac:spMk id="55" creationId="{D28C844F-7D35-B1B1-5C3B-EDA10CCD79D8}"/>
          </ac:spMkLst>
        </pc:spChg>
        <pc:spChg chg="del">
          <ac:chgData name="Mariona Floris Martin" userId="9899ebec-ee77-4c2d-8ff9-9f23dc9732d4" providerId="ADAL" clId="{D6709DC3-1EE9-4069-A544-5526A2E7999D}" dt="2026-09-30T11:41:57.464" v="54" actId="478"/>
          <ac:spMkLst>
            <pc:docMk/>
            <pc:sldMk cId="3231572227" sldId="260"/>
            <ac:spMk id="56" creationId="{002DC372-49CB-2446-7501-C2D84E6798D0}"/>
          </ac:spMkLst>
        </pc:spChg>
        <pc:spChg chg="mod">
          <ac:chgData name="Mariona Floris Martin" userId="9899ebec-ee77-4c2d-8ff9-9f23dc9732d4" providerId="ADAL" clId="{D6709DC3-1EE9-4069-A544-5526A2E7999D}" dt="2026-09-30T11:41:52.991" v="53" actId="20577"/>
          <ac:spMkLst>
            <pc:docMk/>
            <pc:sldMk cId="3231572227" sldId="260"/>
            <ac:spMk id="112" creationId="{E550FE7B-F37D-A684-F4E4-6C01AFF8745F}"/>
          </ac:spMkLst>
        </pc:spChg>
        <pc:graphicFrameChg chg="add mod">
          <ac:chgData name="Mariona Floris Martin" userId="9899ebec-ee77-4c2d-8ff9-9f23dc9732d4" providerId="ADAL" clId="{D6709DC3-1EE9-4069-A544-5526A2E7999D}" dt="2026-09-30T11:42:17.406" v="57" actId="1076"/>
          <ac:graphicFrameMkLst>
            <pc:docMk/>
            <pc:sldMk cId="3231572227" sldId="260"/>
            <ac:graphicFrameMk id="3" creationId="{939A4953-3405-8180-ABAE-5C6A36894926}"/>
          </ac:graphicFrameMkLst>
        </pc:graphicFrameChg>
        <pc:graphicFrameChg chg="del">
          <ac:chgData name="Mariona Floris Martin" userId="9899ebec-ee77-4c2d-8ff9-9f23dc9732d4" providerId="ADAL" clId="{D6709DC3-1EE9-4069-A544-5526A2E7999D}" dt="2026-09-30T11:41:57.464" v="54" actId="478"/>
          <ac:graphicFrameMkLst>
            <pc:docMk/>
            <pc:sldMk cId="3231572227" sldId="260"/>
            <ac:graphicFrameMk id="114" creationId="{FED351BC-8FC6-5DB7-2D25-625BBA0699B1}"/>
          </ac:graphicFrameMkLst>
        </pc:graphicFrameChg>
      </pc:sldChg>
      <pc:sldChg chg="delSp modSp add mod">
        <pc:chgData name="Mariona Floris Martin" userId="9899ebec-ee77-4c2d-8ff9-9f23dc9732d4" providerId="ADAL" clId="{D6709DC3-1EE9-4069-A544-5526A2E7999D}" dt="2026-09-30T13:52:44.439" v="471" actId="20577"/>
        <pc:sldMkLst>
          <pc:docMk/>
          <pc:sldMk cId="0" sldId="261"/>
        </pc:sldMkLst>
        <pc:spChg chg="mod">
          <ac:chgData name="Mariona Floris Martin" userId="9899ebec-ee77-4c2d-8ff9-9f23dc9732d4" providerId="ADAL" clId="{D6709DC3-1EE9-4069-A544-5526A2E7999D}" dt="2026-09-30T13:51:49.647" v="460" actId="20577"/>
          <ac:spMkLst>
            <pc:docMk/>
            <pc:sldMk cId="0" sldId="261"/>
            <ac:spMk id="4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3:52:12.870" v="462"/>
          <ac:spMkLst>
            <pc:docMk/>
            <pc:sldMk cId="0" sldId="261"/>
            <ac:spMk id="5" creationId="{00000000-0000-0000-0000-000000000000}"/>
          </ac:spMkLst>
        </pc:spChg>
        <pc:spChg chg="mod">
          <ac:chgData name="Mariona Floris Martin" userId="9899ebec-ee77-4c2d-8ff9-9f23dc9732d4" providerId="ADAL" clId="{D6709DC3-1EE9-4069-A544-5526A2E7999D}" dt="2026-09-30T13:52:44.439" v="471" actId="20577"/>
          <ac:spMkLst>
            <pc:docMk/>
            <pc:sldMk cId="0" sldId="261"/>
            <ac:spMk id="6" creationId="{00000000-0000-0000-0000-000000000000}"/>
          </ac:spMkLst>
        </pc:spChg>
        <pc:spChg chg="del">
          <ac:chgData name="Mariona Floris Martin" userId="9899ebec-ee77-4c2d-8ff9-9f23dc9732d4" providerId="ADAL" clId="{D6709DC3-1EE9-4069-A544-5526A2E7999D}" dt="2026-09-30T13:52:10.293" v="461" actId="478"/>
          <ac:spMkLst>
            <pc:docMk/>
            <pc:sldMk cId="0" sldId="261"/>
            <ac:spMk id="8" creationId="{00000000-0000-0000-0000-000000000000}"/>
          </ac:spMkLst>
        </pc:spChg>
      </pc:sldChg>
      <pc:sldChg chg="addSp new">
        <pc:chgData name="Mariona Floris Martin" userId="9899ebec-ee77-4c2d-8ff9-9f23dc9732d4" providerId="ADAL" clId="{D6709DC3-1EE9-4069-A544-5526A2E7999D}" dt="2026-09-30T14:34:35.677" v="599" actId="546"/>
        <pc:sldMkLst>
          <pc:docMk/>
          <pc:sldMk cId="1792329389" sldId="262"/>
        </pc:sldMkLst>
        <pc:graphicFrameChg chg="add">
          <ac:chgData name="Mariona Floris Martin" userId="9899ebec-ee77-4c2d-8ff9-9f23dc9732d4" providerId="ADAL" clId="{D6709DC3-1EE9-4069-A544-5526A2E7999D}" dt="2026-09-30T14:34:35.677" v="599" actId="546"/>
          <ac:graphicFrameMkLst>
            <pc:docMk/>
            <pc:sldMk cId="1792329389" sldId="262"/>
            <ac:graphicFrameMk id="2" creationId="{98185344-C694-B2DA-8BE4-CC49A81CD44D}"/>
          </ac:graphicFrameMkLst>
        </pc:graphicFrame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30T13:45:29.448"/>
    </inkml:context>
    <inkml:brush xml:id="br0">
      <inkml:brushProperty name="width" value="0.3" units="cm"/>
      <inkml:brushProperty name="height" value="0.6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26,'556'0,"-529"-1,-1-2,30-6,-28 4,43-3,157 9,-206-1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30T13:45:32.203"/>
    </inkml:context>
    <inkml:brush xml:id="br0">
      <inkml:brushProperty name="width" value="0.3" units="cm"/>
      <inkml:brushProperty name="height" value="0.6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26 0,'1016'-26'0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svg"/><Relationship Id="rId7" Type="http://schemas.openxmlformats.org/officeDocument/2006/relationships/customXml" Target="../ink/ink1.xm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5.svg"/><Relationship Id="rId9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D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2281981"/>
            <a:ext cx="685800" cy="47625"/>
          </a:xfrm>
          <a:prstGeom prst="roundRect">
            <a:avLst>
              <a:gd name="adj" fmla="val 50000"/>
            </a:avLst>
          </a:prstGeom>
          <a:solidFill>
            <a:srgbClr val="631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188" y="2613356"/>
            <a:ext cx="7413985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4000" dirty="0">
                <a:latin typeface="Georgia"/>
              </a:rPr>
              <a:t>Remote Work Health Impact Survey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188" y="4020937"/>
            <a:ext cx="7032566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 dirty="0">
                <a:latin typeface="Segoe UI"/>
              </a:rPr>
              <a:t>Impacto de la </a:t>
            </a:r>
            <a:r>
              <a:rPr b="0" i="0" dirty="0" err="1">
                <a:latin typeface="Segoe UI"/>
              </a:rPr>
              <a:t>modalidad</a:t>
            </a:r>
            <a:r>
              <a:rPr b="0" i="0" dirty="0">
                <a:latin typeface="Segoe UI"/>
              </a:rPr>
              <a:t> de </a:t>
            </a:r>
            <a:r>
              <a:rPr b="0" i="0" dirty="0" err="1">
                <a:latin typeface="Segoe UI"/>
              </a:rPr>
              <a:t>trabajo</a:t>
            </a:r>
            <a:r>
              <a:rPr b="0" i="0" dirty="0">
                <a:latin typeface="Segoe UI"/>
              </a:rPr>
              <a:t> </a:t>
            </a:r>
            <a:r>
              <a:rPr b="0" i="0" dirty="0" err="1">
                <a:latin typeface="Segoe UI"/>
              </a:rPr>
              <a:t>en</a:t>
            </a:r>
            <a:r>
              <a:rPr b="0" i="0" dirty="0">
                <a:latin typeface="Segoe UI"/>
              </a:rPr>
              <a:t> el </a:t>
            </a:r>
            <a:r>
              <a:rPr b="0" i="0" dirty="0" err="1">
                <a:latin typeface="Segoe UI"/>
              </a:rPr>
              <a:t>bienestar</a:t>
            </a:r>
            <a:r>
              <a:rPr b="0" i="0" dirty="0">
                <a:latin typeface="Segoe UI"/>
              </a:rPr>
              <a:t> de </a:t>
            </a:r>
            <a:r>
              <a:rPr b="0" i="0" dirty="0" err="1">
                <a:latin typeface="Segoe UI"/>
              </a:rPr>
              <a:t>los</a:t>
            </a:r>
            <a:r>
              <a:rPr b="0" i="0" dirty="0">
                <a:latin typeface="Segoe UI"/>
              </a:rPr>
              <a:t> </a:t>
            </a:r>
            <a:r>
              <a:rPr b="0" i="0" dirty="0" err="1">
                <a:latin typeface="Segoe UI"/>
              </a:rPr>
              <a:t>empleados</a:t>
            </a:r>
            <a:endParaRPr b="0" i="0" dirty="0"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188" y="6385162"/>
            <a:ext cx="4378186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i="0" dirty="0" err="1">
                <a:latin typeface="Segoe UI"/>
              </a:rPr>
              <a:t>Autora</a:t>
            </a:r>
            <a:r>
              <a:rPr sz="1200" b="0" i="0" dirty="0">
                <a:latin typeface="Segoe UI"/>
              </a:rPr>
              <a:t>: </a:t>
            </a:r>
            <a:r>
              <a:rPr lang="en-US" sz="1200" dirty="0">
                <a:latin typeface="Segoe UI"/>
              </a:rPr>
              <a:t>Mariona Floris Martín</a:t>
            </a:r>
            <a:r>
              <a:rPr sz="1200" b="0" i="0" dirty="0">
                <a:latin typeface="Segoe UI"/>
              </a:rPr>
              <a:t> · Fuente: </a:t>
            </a:r>
            <a:r>
              <a:rPr lang="en-US" sz="1200" b="0" i="0" dirty="0">
                <a:latin typeface="Segoe UI"/>
              </a:rPr>
              <a:t>Kaggle · 3.157 </a:t>
            </a:r>
            <a:r>
              <a:rPr lang="en-US" sz="1200" b="0" i="0" dirty="0" err="1">
                <a:latin typeface="Segoe UI"/>
              </a:rPr>
              <a:t>empleados</a:t>
            </a:r>
            <a:endParaRPr sz="1200" b="0" i="0" dirty="0"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03094" y="6385162"/>
            <a:ext cx="131411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43" b="0" i="0">
                <a:solidFill>
                  <a:srgbClr val="63109E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631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0" y="6629995"/>
            <a:ext cx="12192000" cy="228004"/>
          </a:xfrm>
          <a:prstGeom prst="rect">
            <a:avLst/>
          </a:prstGeom>
          <a:solidFill>
            <a:srgbClr val="631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19089" y="353480"/>
            <a:ext cx="1748039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0" i="0" dirty="0">
                <a:latin typeface="Georgia"/>
              </a:rPr>
              <a:t>Informe Power BI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19089" y="6672393"/>
            <a:ext cx="2221762" cy="1168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9" b="0" i="0" dirty="0">
                <a:solidFill>
                  <a:srgbClr val="FFFFFF"/>
                </a:solidFill>
                <a:latin typeface="Segoe UI"/>
              </a:rPr>
              <a:t>Remote Work Health Impact Survey 2025 · Kaggle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537165" y="6672393"/>
            <a:ext cx="23544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3 / 4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114" name="Add-in 113">
                <a:extLst>
                  <a:ext uri="{FF2B5EF4-FFF2-40B4-BE49-F238E27FC236}">
                    <a16:creationId xmlns:a16="http://schemas.microsoft.com/office/drawing/2014/main" id="{EA196B0F-68FA-D0F0-6E18-F49AB5F8D3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066261"/>
                  </p:ext>
                </p:extLst>
              </p:nvPr>
            </p:nvGraphicFramePr>
            <p:xfrm>
              <a:off x="2423160" y="353480"/>
              <a:ext cx="9436608" cy="6038176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114" name="Add-in 113">
                <a:extLst>
                  <a:ext uri="{FF2B5EF4-FFF2-40B4-BE49-F238E27FC236}">
                    <a16:creationId xmlns:a16="http://schemas.microsoft.com/office/drawing/2014/main" id="{EA196B0F-68FA-D0F0-6E18-F49AB5F8D3E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23160" y="353480"/>
                <a:ext cx="9436608" cy="6038176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1781" y="1146571"/>
            <a:ext cx="4114800" cy="5252443"/>
          </a:xfrm>
          <a:prstGeom prst="roundRect">
            <a:avLst>
              <a:gd name="adj" fmla="val 3703"/>
            </a:avLst>
          </a:prstGeom>
          <a:solidFill>
            <a:srgbClr val="D4D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693890" y="1146571"/>
            <a:ext cx="7117109" cy="4242643"/>
          </a:xfrm>
          <a:prstGeom prst="roundRect">
            <a:avLst>
              <a:gd name="adj" fmla="val 3417"/>
            </a:avLst>
          </a:prstGeom>
          <a:solidFill>
            <a:srgbClr val="D4D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737621" y="1816661"/>
            <a:ext cx="5410646" cy="228600"/>
          </a:xfrm>
          <a:prstGeom prst="roundRect">
            <a:avLst>
              <a:gd name="adj" fmla="val 25000"/>
            </a:avLst>
          </a:prstGeom>
          <a:solidFill>
            <a:srgbClr val="F3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737621" y="1816661"/>
            <a:ext cx="2488852" cy="228600"/>
          </a:xfrm>
          <a:prstGeom prst="roundRect">
            <a:avLst>
              <a:gd name="adj" fmla="val 25000"/>
            </a:avLst>
          </a:prstGeom>
          <a:solidFill>
            <a:srgbClr val="631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737621" y="2136642"/>
            <a:ext cx="5410646" cy="228600"/>
          </a:xfrm>
          <a:prstGeom prst="roundRect">
            <a:avLst>
              <a:gd name="adj" fmla="val 25000"/>
            </a:avLst>
          </a:prstGeom>
          <a:solidFill>
            <a:srgbClr val="F3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737621" y="2136642"/>
            <a:ext cx="1947713" cy="228600"/>
          </a:xfrm>
          <a:prstGeom prst="roundRect">
            <a:avLst>
              <a:gd name="adj" fmla="val 25000"/>
            </a:avLst>
          </a:prstGeom>
          <a:solidFill>
            <a:srgbClr val="8B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737621" y="2456622"/>
            <a:ext cx="5410646" cy="228600"/>
          </a:xfrm>
          <a:prstGeom prst="roundRect">
            <a:avLst>
              <a:gd name="adj" fmla="val 25000"/>
            </a:avLst>
          </a:prstGeom>
          <a:solidFill>
            <a:srgbClr val="F3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737621" y="2456622"/>
            <a:ext cx="1406723" cy="228600"/>
          </a:xfrm>
          <a:prstGeom prst="roundRect">
            <a:avLst>
              <a:gd name="adj" fmla="val 25000"/>
            </a:avLst>
          </a:prstGeom>
          <a:solidFill>
            <a:srgbClr val="AFA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693890" y="5488185"/>
            <a:ext cx="2316509" cy="910829"/>
          </a:xfrm>
          <a:prstGeom prst="roundRect">
            <a:avLst>
              <a:gd name="adj" fmla="val 21945"/>
            </a:avLst>
          </a:prstGeom>
          <a:solidFill>
            <a:srgbClr val="D4D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8069" y="5844557"/>
            <a:ext cx="198085" cy="198085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094190" y="5488185"/>
            <a:ext cx="2316509" cy="910829"/>
          </a:xfrm>
          <a:prstGeom prst="roundRect">
            <a:avLst>
              <a:gd name="adj" fmla="val 21945"/>
            </a:avLst>
          </a:prstGeom>
          <a:solidFill>
            <a:srgbClr val="D4D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8309" y="5844557"/>
            <a:ext cx="198085" cy="198085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494490" y="5488185"/>
            <a:ext cx="2316509" cy="910829"/>
          </a:xfrm>
          <a:prstGeom prst="roundRect">
            <a:avLst>
              <a:gd name="adj" fmla="val 21945"/>
            </a:avLst>
          </a:prstGeom>
          <a:solidFill>
            <a:srgbClr val="D4D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08548" y="5844557"/>
            <a:ext cx="198089" cy="15847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80990" y="293332"/>
            <a:ext cx="2390864" cy="431543"/>
          </a:xfrm>
          <a:prstGeom prst="rect">
            <a:avLst/>
          </a:prstGeom>
          <a:noFill/>
        </p:spPr>
        <p:txBody>
          <a:bodyPr wrap="none" lIns="0" tIns="0" rIns="0" bIns="0">
            <a:normAutofit/>
          </a:bodyPr>
          <a:lstStyle/>
          <a:p>
            <a:pPr algn="l"/>
            <a:r>
              <a:rPr sz="2591" b="0" i="0">
                <a:latin typeface="Georgia"/>
              </a:rPr>
              <a:t>Hallazgos Clave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990" y="752307"/>
            <a:ext cx="4076372" cy="1947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66" b="0" i="0" dirty="0" err="1">
                <a:latin typeface="Segoe UI"/>
              </a:rPr>
              <a:t>Trabajar</a:t>
            </a:r>
            <a:r>
              <a:rPr sz="1266" b="0" i="0" dirty="0">
                <a:latin typeface="Segoe UI"/>
              </a:rPr>
              <a:t> </a:t>
            </a:r>
            <a:r>
              <a:rPr sz="1266" b="0" i="0" dirty="0" err="1">
                <a:latin typeface="Segoe UI"/>
              </a:rPr>
              <a:t>en</a:t>
            </a:r>
            <a:r>
              <a:rPr sz="1266" b="0" i="0" dirty="0">
                <a:latin typeface="Segoe UI"/>
              </a:rPr>
              <a:t> </a:t>
            </a:r>
            <a:r>
              <a:rPr sz="1266" b="0" i="0" dirty="0" err="1">
                <a:latin typeface="Segoe UI"/>
              </a:rPr>
              <a:t>remoto</a:t>
            </a:r>
            <a:r>
              <a:rPr sz="1266" b="0" i="0" dirty="0">
                <a:latin typeface="Segoe UI"/>
              </a:rPr>
              <a:t> </a:t>
            </a:r>
            <a:r>
              <a:rPr sz="1266" b="0" i="0" dirty="0" err="1">
                <a:latin typeface="Segoe UI"/>
              </a:rPr>
              <a:t>casi</a:t>
            </a:r>
            <a:r>
              <a:rPr sz="1266" b="0" i="0" dirty="0">
                <a:latin typeface="Segoe UI"/>
              </a:rPr>
              <a:t> </a:t>
            </a:r>
            <a:r>
              <a:rPr sz="1266" b="0" i="0" dirty="0" err="1">
                <a:latin typeface="Segoe UI"/>
              </a:rPr>
              <a:t>duplica</a:t>
            </a:r>
            <a:r>
              <a:rPr sz="1266" b="0" i="0" dirty="0">
                <a:latin typeface="Segoe UI"/>
              </a:rPr>
              <a:t> el </a:t>
            </a:r>
            <a:r>
              <a:rPr sz="1266" b="0" i="0" dirty="0" err="1">
                <a:latin typeface="Segoe UI"/>
              </a:rPr>
              <a:t>riesgo</a:t>
            </a:r>
            <a:r>
              <a:rPr sz="1266" b="0" i="0" dirty="0">
                <a:latin typeface="Segoe UI"/>
              </a:rPr>
              <a:t> de </a:t>
            </a:r>
            <a:r>
              <a:rPr lang="en-US" sz="1266" b="0" i="0" dirty="0" err="1">
                <a:latin typeface="Segoe UI"/>
              </a:rPr>
              <a:t>agotamiento</a:t>
            </a:r>
            <a:endParaRPr sz="1266" b="0" i="0" dirty="0">
              <a:latin typeface="Segoe UI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627F602-6479-6C8B-0922-4425243DC308}"/>
              </a:ext>
            </a:extLst>
          </p:cNvPr>
          <p:cNvGrpSpPr/>
          <p:nvPr/>
        </p:nvGrpSpPr>
        <p:grpSpPr>
          <a:xfrm>
            <a:off x="897113" y="3309882"/>
            <a:ext cx="3082575" cy="925821"/>
            <a:chOff x="897052" y="2771854"/>
            <a:chExt cx="3082575" cy="925821"/>
          </a:xfrm>
        </p:grpSpPr>
        <p:sp>
          <p:nvSpPr>
            <p:cNvPr id="21" name="TextBox 20"/>
            <p:cNvSpPr txBox="1"/>
            <p:nvPr/>
          </p:nvSpPr>
          <p:spPr>
            <a:xfrm>
              <a:off x="1711182" y="2771854"/>
              <a:ext cx="1441100" cy="65126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4232" b="1" i="0" dirty="0">
                  <a:solidFill>
                    <a:srgbClr val="63109E"/>
                  </a:solidFill>
                  <a:latin typeface="Georgia"/>
                </a:rPr>
                <a:t>1,</a:t>
              </a:r>
              <a:r>
                <a:rPr lang="en-US" sz="4232" b="1" i="0" dirty="0">
                  <a:solidFill>
                    <a:srgbClr val="63109E"/>
                  </a:solidFill>
                  <a:latin typeface="Georgia"/>
                </a:rPr>
                <a:t>54</a:t>
              </a:r>
              <a:r>
                <a:rPr sz="4232" b="1" i="0" dirty="0">
                  <a:solidFill>
                    <a:srgbClr val="63109E"/>
                  </a:solidFill>
                  <a:latin typeface="Georgia"/>
                </a:rPr>
                <a:t>x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97052" y="3535323"/>
              <a:ext cx="3082575" cy="16235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" sz="1043" b="1" i="0" dirty="0">
                  <a:latin typeface="Segoe UI"/>
                </a:rPr>
                <a:t>M</a:t>
              </a:r>
              <a:r>
                <a:rPr sz="1043" b="1" i="0" dirty="0" err="1">
                  <a:latin typeface="Segoe UI"/>
                </a:rPr>
                <a:t>ás</a:t>
              </a:r>
              <a:r>
                <a:rPr lang="en-US" sz="1043" b="1" i="0" dirty="0">
                  <a:latin typeface="Segoe UI"/>
                </a:rPr>
                <a:t> </a:t>
              </a:r>
              <a:r>
                <a:rPr lang="en-US" sz="1043" b="1" i="0" dirty="0" err="1">
                  <a:latin typeface="Segoe UI"/>
                </a:rPr>
                <a:t>probabilidad</a:t>
              </a:r>
              <a:r>
                <a:rPr lang="en-US" sz="1043" b="1" i="0" dirty="0">
                  <a:latin typeface="Segoe UI"/>
                </a:rPr>
                <a:t> de</a:t>
              </a:r>
              <a:r>
                <a:rPr sz="1043" b="1" i="0" dirty="0">
                  <a:latin typeface="Segoe UI"/>
                </a:rPr>
                <a:t> </a:t>
              </a:r>
              <a:r>
                <a:rPr lang="es-ES" sz="1043" b="1" i="0" dirty="0">
                  <a:latin typeface="Segoe UI"/>
                </a:rPr>
                <a:t>agotamiento</a:t>
              </a:r>
              <a:r>
                <a:rPr sz="1043" b="1" i="0" dirty="0">
                  <a:latin typeface="Segoe UI"/>
                </a:rPr>
                <a:t> alto</a:t>
              </a:r>
              <a:r>
                <a:rPr sz="1055" b="0" i="0" dirty="0">
                  <a:latin typeface="Segoe UI"/>
                </a:rPr>
                <a:t> </a:t>
              </a:r>
              <a:r>
                <a:rPr sz="1055" b="0" i="0" dirty="0" err="1">
                  <a:latin typeface="Segoe UI"/>
                </a:rPr>
                <a:t>en</a:t>
              </a:r>
              <a:r>
                <a:rPr sz="1055" b="0" i="0" dirty="0">
                  <a:latin typeface="Segoe UI"/>
                </a:rPr>
                <a:t> </a:t>
              </a:r>
              <a:r>
                <a:rPr sz="1055" b="0" i="0" dirty="0" err="1">
                  <a:latin typeface="Segoe UI"/>
                </a:rPr>
                <a:t>remoto</a:t>
              </a:r>
              <a:endParaRPr sz="1055" b="0" i="0" dirty="0">
                <a:latin typeface="Segoe UI"/>
              </a:endParaRP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4876529" y="1411626"/>
            <a:ext cx="3698128" cy="1858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s-ES" sz="1208" b="1" dirty="0">
                <a:latin typeface="Georgia"/>
              </a:rPr>
              <a:t>% A</a:t>
            </a:r>
            <a:r>
              <a:rPr lang="es-ES" sz="1208" b="1" i="0" dirty="0">
                <a:latin typeface="Georgia"/>
              </a:rPr>
              <a:t>gotamiento</a:t>
            </a:r>
            <a:r>
              <a:rPr sz="1208" b="1" i="0" dirty="0">
                <a:latin typeface="Georgia"/>
              </a:rPr>
              <a:t> alto </a:t>
            </a:r>
            <a:r>
              <a:rPr sz="1208" b="1" i="0" dirty="0" err="1">
                <a:latin typeface="Georgia"/>
              </a:rPr>
              <a:t>por</a:t>
            </a:r>
            <a:r>
              <a:rPr sz="1208" b="1" i="0" dirty="0">
                <a:latin typeface="Georgia"/>
              </a:rPr>
              <a:t> </a:t>
            </a:r>
            <a:r>
              <a:rPr sz="1208" b="1" i="0" dirty="0" err="1">
                <a:latin typeface="Georgia"/>
              </a:rPr>
              <a:t>modalidad</a:t>
            </a:r>
            <a:r>
              <a:rPr sz="1208" b="1" i="0" dirty="0">
                <a:latin typeface="Georgia"/>
              </a:rPr>
              <a:t> de </a:t>
            </a:r>
            <a:r>
              <a:rPr sz="1208" b="1" i="0" dirty="0" err="1">
                <a:latin typeface="Georgia"/>
              </a:rPr>
              <a:t>trabajo</a:t>
            </a:r>
            <a:endParaRPr sz="1208" b="1" i="0" dirty="0">
              <a:latin typeface="Georgi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76529" y="1835671"/>
            <a:ext cx="474898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49" b="0" i="0">
                <a:latin typeface="Segoe UI"/>
              </a:rPr>
              <a:t>Remoto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46074" y="1849958"/>
            <a:ext cx="281873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6" b="1" i="0">
                <a:solidFill>
                  <a:srgbClr val="63109E"/>
                </a:solidFill>
                <a:latin typeface="Georgia"/>
              </a:rPr>
              <a:t>46%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76529" y="2155644"/>
            <a:ext cx="453021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49" b="0" i="0">
                <a:latin typeface="Segoe UI"/>
              </a:rPr>
              <a:t>Híbrido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48009" y="2169931"/>
            <a:ext cx="279938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6" b="1" i="0">
                <a:solidFill>
                  <a:srgbClr val="63109E"/>
                </a:solidFill>
                <a:latin typeface="Georgia"/>
              </a:rPr>
              <a:t>36%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6529" y="2475616"/>
            <a:ext cx="603036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49" b="0" i="0">
                <a:latin typeface="Segoe UI"/>
              </a:rPr>
              <a:t>Presencial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46967" y="2489903"/>
            <a:ext cx="280980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6" b="1" i="0">
                <a:solidFill>
                  <a:srgbClr val="63109E"/>
                </a:solidFill>
                <a:latin typeface="Georgia"/>
              </a:rPr>
              <a:t>26%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89943" y="5605045"/>
            <a:ext cx="1785148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dirty="0">
                <a:solidFill>
                  <a:srgbClr val="63109E"/>
                </a:solidFill>
                <a:latin typeface="Segoe UI"/>
              </a:rPr>
              <a:t>No es la carga </a:t>
            </a:r>
            <a:r>
              <a:rPr sz="1100" b="1" i="0" dirty="0" err="1">
                <a:solidFill>
                  <a:srgbClr val="63109E"/>
                </a:solidFill>
                <a:latin typeface="Segoe UI"/>
              </a:rPr>
              <a:t>horaria</a:t>
            </a:r>
            <a:r>
              <a:rPr sz="1100" b="1" i="0" dirty="0">
                <a:solidFill>
                  <a:srgbClr val="63109E"/>
                </a:solidFill>
                <a:latin typeface="Segoe UI"/>
              </a:rPr>
              <a:t>:</a:t>
            </a:r>
            <a:r>
              <a:rPr sz="1100" b="0" i="0" dirty="0">
                <a:latin typeface="Segoe UI"/>
              </a:rPr>
              <a:t> mayor </a:t>
            </a:r>
            <a:r>
              <a:rPr lang="es-ES" sz="1100" b="0" i="0" dirty="0">
                <a:latin typeface="Segoe UI"/>
              </a:rPr>
              <a:t>agotamiento</a:t>
            </a:r>
            <a:r>
              <a:rPr sz="1100" b="0" i="0" dirty="0">
                <a:latin typeface="Segoe UI"/>
              </a:rPr>
              <a:t> </a:t>
            </a:r>
            <a:r>
              <a:rPr sz="1100" b="0" i="0" dirty="0" err="1">
                <a:latin typeface="Segoe UI"/>
              </a:rPr>
              <a:t>en</a:t>
            </a:r>
            <a:r>
              <a:rPr sz="1100" b="0" i="0" dirty="0">
                <a:latin typeface="Segoe UI"/>
              </a:rPr>
              <a:t> </a:t>
            </a:r>
            <a:r>
              <a:rPr sz="1100" b="0" i="0" dirty="0" err="1">
                <a:latin typeface="Segoe UI"/>
              </a:rPr>
              <a:t>remoto</a:t>
            </a:r>
            <a:r>
              <a:rPr sz="1100" b="0" i="0" dirty="0">
                <a:latin typeface="Segoe UI"/>
              </a:rPr>
              <a:t> con </a:t>
            </a:r>
            <a:r>
              <a:rPr sz="1100" b="0" i="0" dirty="0" err="1">
                <a:latin typeface="Segoe UI"/>
              </a:rPr>
              <a:t>cualquier</a:t>
            </a:r>
            <a:r>
              <a:rPr sz="1100" b="0" i="0" dirty="0">
                <a:latin typeface="Segoe UI"/>
              </a:rPr>
              <a:t> </a:t>
            </a:r>
            <a:r>
              <a:rPr sz="1100" b="0" i="0" dirty="0" err="1">
                <a:latin typeface="Segoe UI"/>
              </a:rPr>
              <a:t>número</a:t>
            </a:r>
            <a:r>
              <a:rPr sz="1100" b="0" i="0" dirty="0">
                <a:latin typeface="Segoe UI"/>
              </a:rPr>
              <a:t> de horas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0183" y="5692086"/>
            <a:ext cx="1756872" cy="5030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dirty="0">
                <a:solidFill>
                  <a:srgbClr val="63109E"/>
                </a:solidFill>
                <a:latin typeface="Segoe UI"/>
              </a:rPr>
              <a:t>No es el </a:t>
            </a:r>
            <a:r>
              <a:rPr sz="1100" b="1" i="0" dirty="0" err="1">
                <a:solidFill>
                  <a:srgbClr val="63109E"/>
                </a:solidFill>
                <a:latin typeface="Segoe UI"/>
              </a:rPr>
              <a:t>salario</a:t>
            </a:r>
            <a:r>
              <a:rPr sz="1100" b="1" i="0" dirty="0">
                <a:solidFill>
                  <a:srgbClr val="63109E"/>
                </a:solidFill>
                <a:latin typeface="Segoe UI"/>
              </a:rPr>
              <a:t>:</a:t>
            </a:r>
            <a:r>
              <a:rPr sz="1100" b="0" i="0" dirty="0">
                <a:latin typeface="Segoe UI"/>
              </a:rPr>
              <a:t> </a:t>
            </a:r>
            <a:r>
              <a:rPr lang="es-ES" sz="1100" b="0" i="0" dirty="0">
                <a:latin typeface="Segoe UI"/>
              </a:rPr>
              <a:t>agotamiento</a:t>
            </a:r>
            <a:r>
              <a:rPr sz="1100" b="0" i="0" dirty="0">
                <a:latin typeface="Segoe UI"/>
              </a:rPr>
              <a:t> 31%-36% sin </a:t>
            </a:r>
            <a:r>
              <a:rPr sz="1100" b="0" i="0" dirty="0" err="1">
                <a:latin typeface="Segoe UI"/>
              </a:rPr>
              <a:t>tendencia</a:t>
            </a:r>
            <a:r>
              <a:rPr sz="1100" b="0" i="0" dirty="0">
                <a:latin typeface="Segoe UI"/>
              </a:rPr>
              <a:t> </a:t>
            </a:r>
            <a:r>
              <a:rPr sz="1100" b="0" i="0" dirty="0" err="1">
                <a:latin typeface="Segoe UI"/>
              </a:rPr>
              <a:t>por</a:t>
            </a:r>
            <a:r>
              <a:rPr sz="1100" b="0" i="0" dirty="0">
                <a:latin typeface="Segoe UI"/>
              </a:rPr>
              <a:t> </a:t>
            </a:r>
            <a:r>
              <a:rPr sz="1100" b="0" i="0" dirty="0" err="1">
                <a:latin typeface="Segoe UI"/>
              </a:rPr>
              <a:t>nivel</a:t>
            </a:r>
            <a:r>
              <a:rPr sz="1100" b="0" i="0" dirty="0">
                <a:latin typeface="Segoe UI"/>
              </a:rPr>
              <a:t> </a:t>
            </a:r>
            <a:r>
              <a:rPr sz="1100" b="0" i="0" dirty="0" err="1">
                <a:latin typeface="Segoe UI"/>
              </a:rPr>
              <a:t>salarial</a:t>
            </a:r>
            <a:endParaRPr sz="1100" b="0" i="0" dirty="0">
              <a:latin typeface="Segoe U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890423" y="5689684"/>
            <a:ext cx="1573520" cy="507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dirty="0" err="1">
                <a:solidFill>
                  <a:srgbClr val="63109E"/>
                </a:solidFill>
                <a:latin typeface="Segoe UI"/>
              </a:rPr>
              <a:t>Aislamiento</a:t>
            </a:r>
            <a:r>
              <a:rPr sz="1100" b="1" i="0" dirty="0">
                <a:solidFill>
                  <a:srgbClr val="63109E"/>
                </a:solidFill>
                <a:latin typeface="Segoe UI"/>
              </a:rPr>
              <a:t> social alto:</a:t>
            </a:r>
            <a:r>
              <a:rPr sz="1100" b="0" i="0" dirty="0">
                <a:latin typeface="Segoe UI"/>
              </a:rPr>
              <a:t> </a:t>
            </a:r>
            <a:r>
              <a:rPr lang="en-US" sz="1100" b="0" i="0" dirty="0">
                <a:latin typeface="Segoe UI"/>
              </a:rPr>
              <a:t>1,</a:t>
            </a:r>
            <a:r>
              <a:rPr sz="1100" b="0" i="0" dirty="0">
                <a:latin typeface="Segoe UI"/>
              </a:rPr>
              <a:t>15 </a:t>
            </a:r>
            <a:r>
              <a:rPr lang="en-US" sz="1100" b="0" i="0" dirty="0" err="1">
                <a:latin typeface="Segoe UI"/>
              </a:rPr>
              <a:t>más</a:t>
            </a:r>
            <a:r>
              <a:rPr lang="en-US" sz="1100" b="0" i="0" dirty="0">
                <a:latin typeface="Segoe UI"/>
              </a:rPr>
              <a:t> d</a:t>
            </a:r>
            <a:r>
              <a:rPr sz="1100" b="0" i="0" dirty="0">
                <a:latin typeface="Segoe UI"/>
              </a:rPr>
              <a:t>e </a:t>
            </a:r>
            <a:r>
              <a:rPr sz="1100" b="0" i="0" dirty="0" err="1">
                <a:latin typeface="Segoe UI"/>
              </a:rPr>
              <a:t>probabilidad</a:t>
            </a:r>
            <a:r>
              <a:rPr sz="1100" b="0" i="0" dirty="0">
                <a:latin typeface="Segoe UI"/>
              </a:rPr>
              <a:t> de </a:t>
            </a:r>
            <a:r>
              <a:rPr lang="es-ES" sz="1100" b="0" i="0" dirty="0">
                <a:latin typeface="Segoe UI"/>
              </a:rPr>
              <a:t>agotamiento</a:t>
            </a:r>
            <a:endParaRPr sz="1100" b="0" i="0" dirty="0">
              <a:latin typeface="Segoe UI"/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7A13957-F943-3E39-9B82-C540FE17A162}"/>
              </a:ext>
            </a:extLst>
          </p:cNvPr>
          <p:cNvGrpSpPr/>
          <p:nvPr/>
        </p:nvGrpSpPr>
        <p:grpSpPr>
          <a:xfrm>
            <a:off x="4871134" y="3268132"/>
            <a:ext cx="6762621" cy="1468459"/>
            <a:chOff x="4793672" y="2737780"/>
            <a:chExt cx="6762621" cy="1468459"/>
          </a:xfrm>
        </p:grpSpPr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588CDAA4-0717-0863-D3E2-5F6EB75ED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39787"/>
            <a:stretch>
              <a:fillRect/>
            </a:stretch>
          </p:blipFill>
          <p:spPr>
            <a:xfrm>
              <a:off x="4793672" y="2737780"/>
              <a:ext cx="3131326" cy="1468459"/>
            </a:xfrm>
            <a:prstGeom prst="rect">
              <a:avLst/>
            </a:pr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84CACF05-60DD-2A60-AF27-E45708C4C27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3616" b="56362"/>
            <a:stretch>
              <a:fillRect/>
            </a:stretch>
          </p:blipFill>
          <p:spPr>
            <a:xfrm>
              <a:off x="8002093" y="2737780"/>
              <a:ext cx="3554200" cy="1468459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79C684B4-E6BC-ED89-EDD8-7C58D61FF0BA}"/>
                  </a:ext>
                </a:extLst>
              </p14:cNvPr>
              <p14:cNvContentPartPr/>
              <p14:nvPr/>
            </p14:nvContentPartPr>
            <p14:xfrm>
              <a:off x="7525368" y="3867624"/>
              <a:ext cx="365040" cy="972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79C684B4-E6BC-ED89-EDD8-7C58D61FF0B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471368" y="3759624"/>
                <a:ext cx="47268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900D0D2C-E172-5868-DE6D-E18A46D80A14}"/>
                  </a:ext>
                </a:extLst>
              </p14:cNvPr>
              <p14:cNvContentPartPr/>
              <p14:nvPr/>
            </p14:nvContentPartPr>
            <p14:xfrm>
              <a:off x="11127888" y="3885984"/>
              <a:ext cx="366120" cy="972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900D0D2C-E172-5868-DE6D-E18A46D80A1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074248" y="3777984"/>
                <a:ext cx="473760" cy="225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8C9D56-F485-B258-4BA0-B073230F4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36C057-5565-E15E-3F72-BB7B8F06518F}"/>
              </a:ext>
            </a:extLst>
          </p:cNvPr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631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96EABCF-8F27-F51E-ABE1-805799C3C10E}"/>
              </a:ext>
            </a:extLst>
          </p:cNvPr>
          <p:cNvSpPr/>
          <p:nvPr/>
        </p:nvSpPr>
        <p:spPr>
          <a:xfrm>
            <a:off x="0" y="6629995"/>
            <a:ext cx="12192000" cy="228004"/>
          </a:xfrm>
          <a:prstGeom prst="rect">
            <a:avLst/>
          </a:prstGeom>
          <a:solidFill>
            <a:srgbClr val="631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E550FE7B-F37D-A684-F4E4-6C01AFF8745F}"/>
              </a:ext>
            </a:extLst>
          </p:cNvPr>
          <p:cNvSpPr txBox="1"/>
          <p:nvPr/>
        </p:nvSpPr>
        <p:spPr>
          <a:xfrm>
            <a:off x="419089" y="6672393"/>
            <a:ext cx="2221762" cy="1168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9" b="0" i="0" dirty="0">
                <a:solidFill>
                  <a:srgbClr val="FFFFFF"/>
                </a:solidFill>
                <a:latin typeface="Segoe UI"/>
              </a:rPr>
              <a:t>Remote Work Health Impact Survey 2025 · Kaggle 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E47DE5F-7D38-2FD8-1C53-450EA52062E5}"/>
              </a:ext>
            </a:extLst>
          </p:cNvPr>
          <p:cNvSpPr txBox="1"/>
          <p:nvPr/>
        </p:nvSpPr>
        <p:spPr>
          <a:xfrm>
            <a:off x="11537165" y="6672393"/>
            <a:ext cx="23544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3 / 4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3" name="Add-in 2">
                <a:extLst>
                  <a:ext uri="{FF2B5EF4-FFF2-40B4-BE49-F238E27FC236}">
                    <a16:creationId xmlns:a16="http://schemas.microsoft.com/office/drawing/2014/main" id="{939A4953-3405-8180-ABAE-5C6A368949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308813"/>
                  </p:ext>
                </p:extLst>
              </p:nvPr>
            </p:nvGraphicFramePr>
            <p:xfrm>
              <a:off x="994167" y="331089"/>
              <a:ext cx="10203665" cy="595541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3" name="Add-in 2">
                <a:extLst>
                  <a:ext uri="{FF2B5EF4-FFF2-40B4-BE49-F238E27FC236}">
                    <a16:creationId xmlns:a16="http://schemas.microsoft.com/office/drawing/2014/main" id="{939A4953-3405-8180-ABAE-5C6A3689492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4167" y="331089"/>
                <a:ext cx="10203665" cy="595541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1572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>
                <a:extLst>
                  <a:ext uri="{FF2B5EF4-FFF2-40B4-BE49-F238E27FC236}">
                    <a16:creationId xmlns:a16="http://schemas.microsoft.com/office/drawing/2014/main" id="{98185344-C694-B2DA-8BE4-CC49A81CD44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333500" y="571499"/>
              <a:ext cx="9525000" cy="5715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 1">
                <a:extLst>
                  <a:ext uri="{FF2B5EF4-FFF2-40B4-BE49-F238E27FC236}">
                    <a16:creationId xmlns:a16="http://schemas.microsoft.com/office/drawing/2014/main" id="{98185344-C694-B2DA-8BE4-CC49A81CD44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33500" y="571499"/>
                <a:ext cx="9525000" cy="571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92329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670" y="773310"/>
            <a:ext cx="457200" cy="28575"/>
          </a:xfrm>
          <a:prstGeom prst="rect">
            <a:avLst/>
          </a:prstGeom>
          <a:solidFill>
            <a:srgbClr val="631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670" y="1319807"/>
            <a:ext cx="2206823" cy="4311997"/>
          </a:xfrm>
          <a:prstGeom prst="roundRect">
            <a:avLst>
              <a:gd name="adj" fmla="val 6905"/>
            </a:avLst>
          </a:prstGeom>
          <a:solidFill>
            <a:srgbClr val="D4D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95151" y="1449288"/>
            <a:ext cx="304800" cy="304800"/>
          </a:xfrm>
          <a:prstGeom prst="ellipse">
            <a:avLst/>
          </a:prstGeom>
          <a:solidFill>
            <a:srgbClr val="631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5178" y="1525490"/>
            <a:ext cx="114297" cy="15239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679055" y="1319807"/>
            <a:ext cx="2206823" cy="4311997"/>
          </a:xfrm>
          <a:prstGeom prst="roundRect">
            <a:avLst>
              <a:gd name="adj" fmla="val 6905"/>
            </a:avLst>
          </a:prstGeom>
          <a:solidFill>
            <a:srgbClr val="D4D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808535" y="1449288"/>
            <a:ext cx="304800" cy="304800"/>
          </a:xfrm>
          <a:prstGeom prst="ellipse">
            <a:avLst/>
          </a:prstGeom>
          <a:solidFill>
            <a:srgbClr val="631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4218" y="1530252"/>
            <a:ext cx="142871" cy="14287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992439" y="1319807"/>
            <a:ext cx="2206823" cy="4311997"/>
          </a:xfrm>
          <a:prstGeom prst="roundRect">
            <a:avLst>
              <a:gd name="adj" fmla="val 6905"/>
            </a:avLst>
          </a:prstGeom>
          <a:solidFill>
            <a:srgbClr val="D4D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121919" y="1449288"/>
            <a:ext cx="304800" cy="304800"/>
          </a:xfrm>
          <a:prstGeom prst="ellipse">
            <a:avLst/>
          </a:prstGeom>
          <a:solidFill>
            <a:srgbClr val="631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12307" y="1548350"/>
            <a:ext cx="133346" cy="10667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05823" y="1319807"/>
            <a:ext cx="2206823" cy="4311997"/>
          </a:xfrm>
          <a:prstGeom prst="roundRect">
            <a:avLst>
              <a:gd name="adj" fmla="val 6905"/>
            </a:avLst>
          </a:prstGeom>
          <a:solidFill>
            <a:srgbClr val="D4D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35304" y="1449288"/>
            <a:ext cx="304800" cy="304800"/>
          </a:xfrm>
          <a:prstGeom prst="ellipse">
            <a:avLst/>
          </a:prstGeom>
          <a:solidFill>
            <a:srgbClr val="631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25633" y="1535015"/>
            <a:ext cx="133346" cy="13334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9619208" y="1319807"/>
            <a:ext cx="2206823" cy="4311997"/>
          </a:xfrm>
          <a:prstGeom prst="roundRect">
            <a:avLst>
              <a:gd name="adj" fmla="val 6905"/>
            </a:avLst>
          </a:prstGeom>
          <a:solidFill>
            <a:srgbClr val="D4D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748688" y="1449288"/>
            <a:ext cx="304800" cy="304800"/>
          </a:xfrm>
          <a:prstGeom prst="ellipse">
            <a:avLst/>
          </a:prstGeom>
          <a:solidFill>
            <a:srgbClr val="631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29435" y="1525479"/>
            <a:ext cx="152389" cy="152418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365670" y="5738366"/>
            <a:ext cx="11460658" cy="632221"/>
          </a:xfrm>
          <a:prstGeom prst="roundRect">
            <a:avLst>
              <a:gd name="adj" fmla="val 21092"/>
            </a:avLst>
          </a:prstGeom>
          <a:solidFill>
            <a:srgbClr val="631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4643" y="5997214"/>
            <a:ext cx="99944" cy="11422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65661" y="293332"/>
            <a:ext cx="2657779" cy="3986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91" b="0" i="0" dirty="0" err="1">
                <a:latin typeface="Georgia"/>
              </a:rPr>
              <a:t>Recomendaciones</a:t>
            </a:r>
            <a:endParaRPr sz="2591" b="0" i="0" dirty="0">
              <a:latin typeface="Georgi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5661" y="872259"/>
            <a:ext cx="4610429" cy="1947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66" b="0" i="0" dirty="0">
                <a:latin typeface="Segoe UI"/>
              </a:rPr>
              <a:t>Cinco </a:t>
            </a:r>
            <a:r>
              <a:rPr sz="1266" b="0" i="0" dirty="0" err="1">
                <a:latin typeface="Segoe UI"/>
              </a:rPr>
              <a:t>acciones</a:t>
            </a:r>
            <a:r>
              <a:rPr sz="1266" b="0" i="0" dirty="0">
                <a:latin typeface="Segoe UI"/>
              </a:rPr>
              <a:t> </a:t>
            </a:r>
            <a:r>
              <a:rPr sz="1266" b="0" i="0" dirty="0" err="1">
                <a:latin typeface="Segoe UI"/>
              </a:rPr>
              <a:t>concretas</a:t>
            </a:r>
            <a:r>
              <a:rPr sz="1266" b="0" i="0" dirty="0">
                <a:latin typeface="Segoe UI"/>
              </a:rPr>
              <a:t> para </a:t>
            </a:r>
            <a:r>
              <a:rPr sz="1266" b="0" i="0" dirty="0" err="1">
                <a:latin typeface="Segoe UI"/>
              </a:rPr>
              <a:t>reducir</a:t>
            </a:r>
            <a:r>
              <a:rPr sz="1266" b="0" i="0" dirty="0">
                <a:latin typeface="Segoe UI"/>
              </a:rPr>
              <a:t> el </a:t>
            </a:r>
            <a:r>
              <a:rPr lang="en-US" sz="1266" b="0" i="0" dirty="0" err="1">
                <a:latin typeface="Segoe UI"/>
              </a:rPr>
              <a:t>agotamiento</a:t>
            </a:r>
            <a:r>
              <a:rPr lang="en-US" sz="1266" b="0" i="0" dirty="0">
                <a:latin typeface="Segoe UI"/>
              </a:rPr>
              <a:t> </a:t>
            </a:r>
            <a:r>
              <a:rPr lang="en-US" sz="1266" b="0" i="0" dirty="0" err="1">
                <a:latin typeface="Segoe UI"/>
              </a:rPr>
              <a:t>en</a:t>
            </a:r>
            <a:r>
              <a:rPr sz="1266" b="0" i="0" dirty="0">
                <a:latin typeface="Segoe UI"/>
              </a:rPr>
              <a:t> </a:t>
            </a:r>
            <a:r>
              <a:rPr sz="1266" b="0" i="0" dirty="0" err="1">
                <a:latin typeface="Segoe UI"/>
              </a:rPr>
              <a:t>remoto</a:t>
            </a:r>
            <a:endParaRPr sz="1266" b="0" i="0" dirty="0">
              <a:latin typeface="Segoe U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01831" y="1520728"/>
            <a:ext cx="91440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93" b="0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138" y="1841552"/>
            <a:ext cx="1919327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 dirty="0">
                <a:solidFill>
                  <a:srgbClr val="63109E"/>
                </a:solidFill>
                <a:latin typeface="Georgia"/>
              </a:rPr>
              <a:t>Modelo </a:t>
            </a:r>
            <a:r>
              <a:rPr sz="1400" b="0" i="0" dirty="0" err="1">
                <a:solidFill>
                  <a:srgbClr val="63109E"/>
                </a:solidFill>
                <a:latin typeface="Georgia"/>
              </a:rPr>
              <a:t>híbrido</a:t>
            </a:r>
            <a:r>
              <a:rPr sz="1400" b="0" i="0" dirty="0">
                <a:solidFill>
                  <a:srgbClr val="63109E"/>
                </a:solidFill>
                <a:latin typeface="Georgia"/>
              </a:rPr>
              <a:t> </a:t>
            </a:r>
            <a:r>
              <a:rPr sz="1400" b="0" i="0" dirty="0" err="1">
                <a:solidFill>
                  <a:srgbClr val="63109E"/>
                </a:solidFill>
                <a:latin typeface="Georgia"/>
              </a:rPr>
              <a:t>estructurado</a:t>
            </a:r>
            <a:endParaRPr sz="1400" b="0" i="0" dirty="0">
              <a:solidFill>
                <a:srgbClr val="63109E"/>
              </a:solidFill>
              <a:latin typeface="Georgi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95138" y="2412659"/>
            <a:ext cx="1960682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 dirty="0">
                <a:latin typeface="Segoe UI"/>
              </a:rPr>
              <a:t>2–3 días </a:t>
            </a:r>
            <a:r>
              <a:rPr sz="1400" b="0" i="0" dirty="0" err="1">
                <a:latin typeface="Segoe UI"/>
              </a:rPr>
              <a:t>presenciales</a:t>
            </a:r>
            <a:r>
              <a:rPr sz="1400" b="0" i="0" dirty="0">
                <a:latin typeface="Segoe UI"/>
              </a:rPr>
              <a:t> </a:t>
            </a:r>
            <a:r>
              <a:rPr sz="1400" b="0" i="0" dirty="0" err="1">
                <a:latin typeface="Segoe UI"/>
              </a:rPr>
              <a:t>por</a:t>
            </a:r>
            <a:r>
              <a:rPr sz="1400" b="0" i="0" dirty="0">
                <a:latin typeface="Segoe UI"/>
              </a:rPr>
              <a:t> </a:t>
            </a:r>
            <a:r>
              <a:rPr sz="1400" b="0" i="0" dirty="0" err="1">
                <a:latin typeface="Segoe UI"/>
              </a:rPr>
              <a:t>semana</a:t>
            </a:r>
            <a:r>
              <a:rPr sz="1400" b="0" i="0" dirty="0">
                <a:latin typeface="Segoe UI"/>
              </a:rPr>
              <a:t> para </a:t>
            </a:r>
            <a:r>
              <a:rPr sz="1400" b="0" i="0" dirty="0" err="1">
                <a:latin typeface="Segoe UI"/>
              </a:rPr>
              <a:t>reducir</a:t>
            </a:r>
            <a:r>
              <a:rPr sz="1400" b="0" i="0" dirty="0">
                <a:latin typeface="Segoe UI"/>
              </a:rPr>
              <a:t> el </a:t>
            </a:r>
            <a:r>
              <a:rPr sz="1400" b="0" i="0" dirty="0" err="1">
                <a:latin typeface="Segoe UI"/>
              </a:rPr>
              <a:t>aislamiento</a:t>
            </a:r>
            <a:r>
              <a:rPr sz="1400" b="0" i="0" dirty="0">
                <a:latin typeface="Segoe UI"/>
              </a:rPr>
              <a:t> sin </a:t>
            </a:r>
            <a:r>
              <a:rPr sz="1400" b="0" i="0" dirty="0" err="1">
                <a:latin typeface="Segoe UI"/>
              </a:rPr>
              <a:t>sacrificar</a:t>
            </a:r>
            <a:r>
              <a:rPr sz="1400" b="0" i="0" dirty="0">
                <a:latin typeface="Segoe UI"/>
              </a:rPr>
              <a:t> la </a:t>
            </a:r>
            <a:r>
              <a:rPr sz="1400" b="0" i="0" dirty="0" err="1">
                <a:latin typeface="Segoe UI"/>
              </a:rPr>
              <a:t>flexibilidad</a:t>
            </a:r>
            <a:endParaRPr sz="1400" b="0" i="0" dirty="0">
              <a:latin typeface="Segoe U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920381" y="1520728"/>
            <a:ext cx="91440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93" b="0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08465" y="1841553"/>
            <a:ext cx="2077413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 dirty="0">
                <a:solidFill>
                  <a:srgbClr val="63109E"/>
                </a:solidFill>
                <a:latin typeface="Georgia"/>
              </a:rPr>
              <a:t>Plan de </a:t>
            </a:r>
            <a:r>
              <a:rPr sz="1400" b="0" i="0" dirty="0" err="1">
                <a:solidFill>
                  <a:srgbClr val="63109E"/>
                </a:solidFill>
                <a:latin typeface="Georgia"/>
              </a:rPr>
              <a:t>bienestar</a:t>
            </a:r>
            <a:r>
              <a:rPr sz="1400" b="0" i="0" dirty="0">
                <a:solidFill>
                  <a:srgbClr val="63109E"/>
                </a:solidFill>
                <a:latin typeface="Georgia"/>
              </a:rPr>
              <a:t> </a:t>
            </a:r>
            <a:r>
              <a:rPr sz="1400" b="0" i="0" dirty="0" err="1">
                <a:solidFill>
                  <a:srgbClr val="63109E"/>
                </a:solidFill>
                <a:latin typeface="Georgia"/>
              </a:rPr>
              <a:t>prioritario</a:t>
            </a:r>
            <a:endParaRPr sz="1400" b="0" i="0" dirty="0">
              <a:solidFill>
                <a:srgbClr val="63109E"/>
              </a:solidFill>
              <a:latin typeface="Georgi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808465" y="2412659"/>
            <a:ext cx="1937753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 dirty="0" err="1">
                <a:latin typeface="Segoe UI"/>
              </a:rPr>
              <a:t>Perfiles</a:t>
            </a:r>
            <a:r>
              <a:rPr sz="1400" b="0" i="0" dirty="0">
                <a:latin typeface="Segoe UI"/>
              </a:rPr>
              <a:t> de mayor </a:t>
            </a:r>
            <a:r>
              <a:rPr sz="1400" b="0" i="0" dirty="0" err="1">
                <a:latin typeface="Segoe UI"/>
              </a:rPr>
              <a:t>riesgo</a:t>
            </a:r>
            <a:r>
              <a:rPr sz="1400" b="0" i="0" dirty="0">
                <a:latin typeface="Segoe UI"/>
              </a:rPr>
              <a:t>: Marketing, Healthcare, Technology y HR Managers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4154" y="1520728"/>
            <a:ext cx="91440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93" b="0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1791" y="1841553"/>
            <a:ext cx="1449996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 dirty="0" err="1">
                <a:solidFill>
                  <a:srgbClr val="63109E"/>
                </a:solidFill>
                <a:latin typeface="Georgia"/>
              </a:rPr>
              <a:t>Medidas</a:t>
            </a:r>
            <a:r>
              <a:rPr sz="1400" b="0" i="0" dirty="0">
                <a:solidFill>
                  <a:srgbClr val="63109E"/>
                </a:solidFill>
                <a:latin typeface="Georgia"/>
              </a:rPr>
              <a:t> para </a:t>
            </a:r>
            <a:r>
              <a:rPr sz="1400" b="0" i="0" dirty="0" err="1">
                <a:solidFill>
                  <a:srgbClr val="63109E"/>
                </a:solidFill>
                <a:latin typeface="Georgia"/>
              </a:rPr>
              <a:t>equipos</a:t>
            </a:r>
            <a:r>
              <a:rPr sz="1400" b="0" i="0" dirty="0">
                <a:solidFill>
                  <a:srgbClr val="63109E"/>
                </a:solidFill>
                <a:latin typeface="Georgia"/>
              </a:rPr>
              <a:t> </a:t>
            </a:r>
            <a:r>
              <a:rPr sz="1400" b="0" i="0" dirty="0" err="1">
                <a:solidFill>
                  <a:srgbClr val="63109E"/>
                </a:solidFill>
                <a:latin typeface="Georgia"/>
              </a:rPr>
              <a:t>remotos</a:t>
            </a:r>
            <a:endParaRPr sz="1400" b="0" i="0" dirty="0">
              <a:solidFill>
                <a:srgbClr val="63109E"/>
              </a:solidFill>
              <a:latin typeface="Georgi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121791" y="2412659"/>
            <a:ext cx="1960797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 dirty="0" err="1">
                <a:latin typeface="Segoe UI"/>
              </a:rPr>
              <a:t>Rituales</a:t>
            </a:r>
            <a:r>
              <a:rPr sz="1400" b="0" i="0" dirty="0">
                <a:latin typeface="Segoe UI"/>
              </a:rPr>
              <a:t> </a:t>
            </a:r>
            <a:r>
              <a:rPr sz="1400" b="0" i="0" dirty="0" err="1">
                <a:latin typeface="Segoe UI"/>
              </a:rPr>
              <a:t>semanales</a:t>
            </a:r>
            <a:r>
              <a:rPr sz="1400" b="0" i="0" dirty="0">
                <a:latin typeface="Segoe UI"/>
              </a:rPr>
              <a:t> de </a:t>
            </a:r>
            <a:r>
              <a:rPr sz="1400" b="0" i="0" dirty="0" err="1">
                <a:latin typeface="Segoe UI"/>
              </a:rPr>
              <a:t>equipo</a:t>
            </a:r>
            <a:r>
              <a:rPr sz="1400" b="0" i="0" dirty="0">
                <a:latin typeface="Segoe UI"/>
              </a:rPr>
              <a:t>, check-ins con manager y </a:t>
            </a:r>
            <a:r>
              <a:rPr sz="1400" b="0" i="0" dirty="0" err="1">
                <a:latin typeface="Segoe UI"/>
              </a:rPr>
              <a:t>espacios</a:t>
            </a:r>
            <a:r>
              <a:rPr sz="1400" b="0" i="0" dirty="0">
                <a:latin typeface="Segoe UI"/>
              </a:rPr>
              <a:t> de </a:t>
            </a:r>
            <a:r>
              <a:rPr sz="1400" b="0" i="0" dirty="0" err="1">
                <a:latin typeface="Segoe UI"/>
              </a:rPr>
              <a:t>conexión</a:t>
            </a:r>
            <a:r>
              <a:rPr sz="1400" b="0" i="0" dirty="0">
                <a:latin typeface="Segoe UI"/>
              </a:rPr>
              <a:t> social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6587" y="1520728"/>
            <a:ext cx="91440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93" b="0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35117" y="1841553"/>
            <a:ext cx="1948417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 dirty="0">
                <a:solidFill>
                  <a:srgbClr val="63109E"/>
                </a:solidFill>
                <a:latin typeface="Georgia"/>
              </a:rPr>
              <a:t>KPI de </a:t>
            </a:r>
            <a:r>
              <a:rPr sz="1400" b="0" i="0" dirty="0" err="1">
                <a:solidFill>
                  <a:srgbClr val="63109E"/>
                </a:solidFill>
                <a:latin typeface="Georgia"/>
              </a:rPr>
              <a:t>seguimiento</a:t>
            </a:r>
            <a:r>
              <a:rPr sz="1400" b="0" i="0" dirty="0">
                <a:solidFill>
                  <a:srgbClr val="63109E"/>
                </a:solidFill>
                <a:latin typeface="Georgia"/>
              </a:rPr>
              <a:t> trimestral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35118" y="2412659"/>
            <a:ext cx="1948417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 dirty="0" err="1">
                <a:latin typeface="Segoe UI"/>
              </a:rPr>
              <a:t>Medir</a:t>
            </a:r>
            <a:r>
              <a:rPr sz="1400" b="0" i="0" dirty="0">
                <a:latin typeface="Segoe UI"/>
              </a:rPr>
              <a:t> % </a:t>
            </a:r>
            <a:r>
              <a:rPr lang="en-US" sz="1400" b="0" i="0" dirty="0" err="1">
                <a:latin typeface="Segoe UI"/>
              </a:rPr>
              <a:t>agotamiento</a:t>
            </a:r>
            <a:r>
              <a:rPr sz="1400" b="0" i="0" dirty="0">
                <a:latin typeface="Segoe UI"/>
              </a:rPr>
              <a:t> alto </a:t>
            </a:r>
            <a:r>
              <a:rPr sz="1400" b="0" i="0" dirty="0" err="1">
                <a:latin typeface="Segoe UI"/>
              </a:rPr>
              <a:t>cada</a:t>
            </a:r>
            <a:r>
              <a:rPr sz="1400" b="0" i="0" dirty="0">
                <a:latin typeface="Segoe UI"/>
              </a:rPr>
              <a:t> </a:t>
            </a:r>
            <a:r>
              <a:rPr sz="1400" b="0" i="0" dirty="0" err="1">
                <a:latin typeface="Segoe UI"/>
              </a:rPr>
              <a:t>trimestre</a:t>
            </a:r>
            <a:endParaRPr sz="1400" b="0" i="0" dirty="0">
              <a:latin typeface="Segoe U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862593" y="1520728"/>
            <a:ext cx="91440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93" b="0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48444" y="1841553"/>
            <a:ext cx="1812997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63109E"/>
                </a:solidFill>
                <a:latin typeface="Georgia"/>
              </a:rPr>
              <a:t>Próximo paso analítico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48444" y="2412659"/>
            <a:ext cx="1948418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 dirty="0">
                <a:latin typeface="Segoe UI"/>
              </a:rPr>
              <a:t>Validar con </a:t>
            </a:r>
            <a:r>
              <a:rPr sz="1400" b="0" i="0" dirty="0" err="1">
                <a:latin typeface="Segoe UI"/>
              </a:rPr>
              <a:t>encuesta</a:t>
            </a:r>
            <a:r>
              <a:rPr sz="1400" b="0" i="0" dirty="0">
                <a:latin typeface="Segoe UI"/>
              </a:rPr>
              <a:t> interna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7881" y="5839033"/>
            <a:ext cx="10765213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 dirty="0" err="1">
                <a:solidFill>
                  <a:srgbClr val="FFFFFF"/>
                </a:solidFill>
                <a:latin typeface="Georgia"/>
              </a:rPr>
              <a:t>Trabajar</a:t>
            </a:r>
            <a:r>
              <a:rPr sz="1400" b="0" i="1" dirty="0">
                <a:solidFill>
                  <a:srgbClr val="FFFFFF"/>
                </a:solidFill>
                <a:latin typeface="Georgia"/>
              </a:rPr>
              <a:t> </a:t>
            </a:r>
            <a:r>
              <a:rPr sz="1400" b="0" i="1" dirty="0" err="1">
                <a:solidFill>
                  <a:srgbClr val="FFFFFF"/>
                </a:solidFill>
                <a:latin typeface="Georgia"/>
              </a:rPr>
              <a:t>en</a:t>
            </a:r>
            <a:r>
              <a:rPr sz="1400" b="0" i="1" dirty="0">
                <a:solidFill>
                  <a:srgbClr val="FFFFFF"/>
                </a:solidFill>
                <a:latin typeface="Georgia"/>
              </a:rPr>
              <a:t> </a:t>
            </a:r>
            <a:r>
              <a:rPr sz="1400" b="0" i="1" dirty="0" err="1">
                <a:solidFill>
                  <a:srgbClr val="FFFFFF"/>
                </a:solidFill>
                <a:latin typeface="Georgia"/>
              </a:rPr>
              <a:t>remoto</a:t>
            </a:r>
            <a:r>
              <a:rPr sz="1400" b="0" i="1" dirty="0">
                <a:solidFill>
                  <a:srgbClr val="D4D0E8"/>
                </a:solidFill>
                <a:latin typeface="Georgia"/>
              </a:rPr>
              <a:t> </a:t>
            </a:r>
            <a:r>
              <a:rPr sz="1400" b="0" i="1" dirty="0" err="1">
                <a:solidFill>
                  <a:srgbClr val="D4D0E8"/>
                </a:solidFill>
                <a:latin typeface="Georgia"/>
              </a:rPr>
              <a:t>casi</a:t>
            </a:r>
            <a:r>
              <a:rPr sz="1400" b="0" i="1" dirty="0">
                <a:solidFill>
                  <a:srgbClr val="D4D0E8"/>
                </a:solidFill>
                <a:latin typeface="Georgia"/>
              </a:rPr>
              <a:t> </a:t>
            </a:r>
            <a:r>
              <a:rPr sz="1400" b="0" i="1" dirty="0" err="1">
                <a:solidFill>
                  <a:srgbClr val="D4D0E8"/>
                </a:solidFill>
                <a:latin typeface="Georgia"/>
              </a:rPr>
              <a:t>duplica</a:t>
            </a:r>
            <a:r>
              <a:rPr sz="1400" b="0" i="1" dirty="0">
                <a:solidFill>
                  <a:srgbClr val="D4D0E8"/>
                </a:solidFill>
                <a:latin typeface="Georgia"/>
              </a:rPr>
              <a:t> el </a:t>
            </a:r>
            <a:r>
              <a:rPr sz="1400" b="0" i="1" dirty="0" err="1">
                <a:solidFill>
                  <a:srgbClr val="D4D0E8"/>
                </a:solidFill>
                <a:latin typeface="Georgia"/>
              </a:rPr>
              <a:t>riesgo</a:t>
            </a:r>
            <a:r>
              <a:rPr sz="1400" b="0" i="1" dirty="0">
                <a:solidFill>
                  <a:srgbClr val="D4D0E8"/>
                </a:solidFill>
                <a:latin typeface="Georgia"/>
              </a:rPr>
              <a:t> de burnout</a:t>
            </a:r>
            <a:r>
              <a:rPr sz="1400" b="0" i="1" dirty="0">
                <a:solidFill>
                  <a:srgbClr val="FFFFFF"/>
                </a:solidFill>
                <a:latin typeface="Georgia"/>
              </a:rPr>
              <a:t> , y no es </a:t>
            </a:r>
            <a:r>
              <a:rPr sz="1400" b="0" i="1" dirty="0" err="1">
                <a:solidFill>
                  <a:srgbClr val="FFFFFF"/>
                </a:solidFill>
                <a:latin typeface="Georgia"/>
              </a:rPr>
              <a:t>por</a:t>
            </a:r>
            <a:r>
              <a:rPr sz="1400" b="0" i="1" dirty="0">
                <a:solidFill>
                  <a:srgbClr val="FFFFFF"/>
                </a:solidFill>
                <a:latin typeface="Georgia"/>
              </a:rPr>
              <a:t> </a:t>
            </a:r>
            <a:r>
              <a:rPr sz="1400" b="0" i="1" dirty="0" err="1">
                <a:solidFill>
                  <a:srgbClr val="FFFFFF"/>
                </a:solidFill>
                <a:latin typeface="Georgia"/>
              </a:rPr>
              <a:t>trabajar</a:t>
            </a:r>
            <a:r>
              <a:rPr sz="1400" b="0" i="1" dirty="0">
                <a:solidFill>
                  <a:srgbClr val="FFFFFF"/>
                </a:solidFill>
                <a:latin typeface="Georgia"/>
              </a:rPr>
              <a:t> </a:t>
            </a:r>
            <a:r>
              <a:rPr sz="1400" b="0" i="1" dirty="0" err="1">
                <a:solidFill>
                  <a:srgbClr val="FFFFFF"/>
                </a:solidFill>
                <a:latin typeface="Georgia"/>
              </a:rPr>
              <a:t>más</a:t>
            </a:r>
            <a:r>
              <a:rPr sz="1400" b="0" i="1" dirty="0">
                <a:solidFill>
                  <a:srgbClr val="FFFFFF"/>
                </a:solidFill>
                <a:latin typeface="Georgia"/>
              </a:rPr>
              <a:t> </a:t>
            </a:r>
            <a:r>
              <a:rPr sz="1400" b="0" i="1" dirty="0" err="1">
                <a:solidFill>
                  <a:srgbClr val="FFFFFF"/>
                </a:solidFill>
                <a:latin typeface="Georgia"/>
              </a:rPr>
              <a:t>ni</a:t>
            </a:r>
            <a:r>
              <a:rPr sz="1400" b="0" i="1" dirty="0">
                <a:solidFill>
                  <a:srgbClr val="FFFFFF"/>
                </a:solidFill>
                <a:latin typeface="Georgia"/>
              </a:rPr>
              <a:t> </a:t>
            </a:r>
            <a:r>
              <a:rPr sz="1400" b="0" i="1" dirty="0" err="1">
                <a:solidFill>
                  <a:srgbClr val="FFFFFF"/>
                </a:solidFill>
                <a:latin typeface="Georgia"/>
              </a:rPr>
              <a:t>cobrar</a:t>
            </a:r>
            <a:r>
              <a:rPr sz="1400" b="0" i="1" dirty="0">
                <a:solidFill>
                  <a:srgbClr val="FFFFFF"/>
                </a:solidFill>
                <a:latin typeface="Georgia"/>
              </a:rPr>
              <a:t> </a:t>
            </a:r>
            <a:r>
              <a:rPr sz="1400" b="0" i="1" dirty="0" err="1">
                <a:solidFill>
                  <a:srgbClr val="FFFFFF"/>
                </a:solidFill>
                <a:latin typeface="Georgia"/>
              </a:rPr>
              <a:t>menos</a:t>
            </a:r>
            <a:r>
              <a:rPr sz="1400" b="0" i="1" dirty="0">
                <a:solidFill>
                  <a:srgbClr val="FFFFFF"/>
                </a:solidFill>
                <a:latin typeface="Georgia"/>
              </a:rPr>
              <a:t>. La clave es la </a:t>
            </a:r>
            <a:r>
              <a:rPr sz="1400" b="0" i="1" dirty="0" err="1">
                <a:solidFill>
                  <a:srgbClr val="FFFFFF"/>
                </a:solidFill>
                <a:latin typeface="Georgia"/>
              </a:rPr>
              <a:t>desconexión</a:t>
            </a:r>
            <a:r>
              <a:rPr sz="1400" b="0" i="1" dirty="0">
                <a:solidFill>
                  <a:srgbClr val="FFFFFF"/>
                </a:solidFill>
                <a:latin typeface="Georgia"/>
              </a:rPr>
              <a:t> del </a:t>
            </a:r>
            <a:r>
              <a:rPr sz="1400" b="0" i="1" dirty="0" err="1">
                <a:solidFill>
                  <a:srgbClr val="FFFFFF"/>
                </a:solidFill>
                <a:latin typeface="Georgia"/>
              </a:rPr>
              <a:t>equipo</a:t>
            </a:r>
            <a:r>
              <a:rPr sz="1400" b="0" i="1" dirty="0">
                <a:solidFill>
                  <a:srgbClr val="FFFFFF"/>
                </a:solidFill>
                <a:latin typeface="Georgia"/>
              </a:rPr>
              <a:t>. </a:t>
            </a:r>
            <a:r>
              <a:rPr sz="1400" b="0" i="1" dirty="0" err="1">
                <a:solidFill>
                  <a:srgbClr val="FFFFFF"/>
                </a:solidFill>
                <a:latin typeface="Georgia"/>
              </a:rPr>
              <a:t>Proponemos</a:t>
            </a:r>
            <a:r>
              <a:rPr sz="1400" b="0" i="1" dirty="0">
                <a:solidFill>
                  <a:srgbClr val="FFFFFF"/>
                </a:solidFill>
                <a:latin typeface="Georgia"/>
              </a:rPr>
              <a:t> un</a:t>
            </a:r>
            <a:r>
              <a:rPr sz="1400" b="0" i="1" dirty="0">
                <a:solidFill>
                  <a:srgbClr val="D4D0E8"/>
                </a:solidFill>
                <a:latin typeface="Georgia"/>
              </a:rPr>
              <a:t> </a:t>
            </a:r>
            <a:r>
              <a:rPr sz="1400" b="0" i="1" dirty="0" err="1">
                <a:solidFill>
                  <a:srgbClr val="D4D0E8"/>
                </a:solidFill>
                <a:latin typeface="Georgia"/>
              </a:rPr>
              <a:t>modelo</a:t>
            </a:r>
            <a:r>
              <a:rPr sz="1400" b="0" i="1" dirty="0">
                <a:solidFill>
                  <a:srgbClr val="D4D0E8"/>
                </a:solidFill>
                <a:latin typeface="Georgia"/>
              </a:rPr>
              <a:t> </a:t>
            </a:r>
            <a:r>
              <a:rPr sz="1400" b="0" i="1" dirty="0" err="1">
                <a:solidFill>
                  <a:srgbClr val="D4D0E8"/>
                </a:solidFill>
                <a:latin typeface="Georgia"/>
              </a:rPr>
              <a:t>híbrido</a:t>
            </a:r>
            <a:r>
              <a:rPr sz="1400" b="0" i="1" dirty="0">
                <a:solidFill>
                  <a:srgbClr val="FFFFFF"/>
                </a:solidFill>
                <a:latin typeface="Georgia"/>
              </a:rPr>
              <a:t> y un</a:t>
            </a:r>
            <a:r>
              <a:rPr sz="1400" b="0" i="1" dirty="0">
                <a:solidFill>
                  <a:srgbClr val="D4D0E8"/>
                </a:solidFill>
                <a:latin typeface="Georgia"/>
              </a:rPr>
              <a:t> plan de </a:t>
            </a:r>
            <a:r>
              <a:rPr sz="1400" b="0" i="1" dirty="0" err="1">
                <a:solidFill>
                  <a:srgbClr val="D4D0E8"/>
                </a:solidFill>
                <a:latin typeface="Georgia"/>
              </a:rPr>
              <a:t>bienestar</a:t>
            </a:r>
            <a:r>
              <a:rPr sz="1400" b="0" i="1" dirty="0">
                <a:solidFill>
                  <a:srgbClr val="FFFFFF"/>
                </a:solidFill>
                <a:latin typeface="Georgia"/>
              </a:rPr>
              <a:t> </a:t>
            </a:r>
            <a:r>
              <a:rPr sz="1400" b="0" i="1" dirty="0" err="1">
                <a:solidFill>
                  <a:srgbClr val="FFFFFF"/>
                </a:solidFill>
                <a:latin typeface="Georgia"/>
              </a:rPr>
              <a:t>enfocado</a:t>
            </a:r>
            <a:r>
              <a:rPr sz="1400" b="0" i="1" dirty="0">
                <a:solidFill>
                  <a:srgbClr val="FFFFFF"/>
                </a:solidFill>
                <a:latin typeface="Georgia"/>
              </a:rPr>
              <a:t> </a:t>
            </a:r>
            <a:r>
              <a:rPr sz="1400" b="0" i="1" dirty="0" err="1">
                <a:solidFill>
                  <a:srgbClr val="FFFFFF"/>
                </a:solidFill>
                <a:latin typeface="Georgia"/>
              </a:rPr>
              <a:t>en</a:t>
            </a:r>
            <a:r>
              <a:rPr sz="1400" b="0" i="1" dirty="0">
                <a:solidFill>
                  <a:srgbClr val="FFFFFF"/>
                </a:solidFill>
                <a:latin typeface="Georgia"/>
              </a:rPr>
              <a:t> </a:t>
            </a:r>
            <a:r>
              <a:rPr sz="1400" b="0" i="1" dirty="0" err="1">
                <a:solidFill>
                  <a:srgbClr val="FFFFFF"/>
                </a:solidFill>
                <a:latin typeface="Georgia"/>
              </a:rPr>
              <a:t>los</a:t>
            </a:r>
            <a:r>
              <a:rPr sz="1400" b="0" i="1" dirty="0">
                <a:solidFill>
                  <a:srgbClr val="FFFFFF"/>
                </a:solidFill>
                <a:latin typeface="Georgia"/>
              </a:rPr>
              <a:t> </a:t>
            </a:r>
            <a:r>
              <a:rPr sz="1400" b="0" i="1" dirty="0" err="1">
                <a:solidFill>
                  <a:srgbClr val="FFFFFF"/>
                </a:solidFill>
                <a:latin typeface="Georgia"/>
              </a:rPr>
              <a:t>perfiles</a:t>
            </a:r>
            <a:r>
              <a:rPr sz="1400" b="0" i="1" dirty="0">
                <a:solidFill>
                  <a:srgbClr val="FFFFFF"/>
                </a:solidFill>
                <a:latin typeface="Georgia"/>
              </a:rPr>
              <a:t> de mayor </a:t>
            </a:r>
            <a:r>
              <a:rPr sz="1400" b="0" i="1" dirty="0" err="1">
                <a:solidFill>
                  <a:srgbClr val="FFFFFF"/>
                </a:solidFill>
                <a:latin typeface="Georgia"/>
              </a:rPr>
              <a:t>riesgo</a:t>
            </a:r>
            <a:endParaRPr sz="1400" b="0" i="1" dirty="0">
              <a:solidFill>
                <a:srgbClr val="FFFFFF"/>
              </a:solidFill>
              <a:latin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D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Fondo abstracto lil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itle Thank You"/>
          <p:cNvSpPr txBox="1"/>
          <p:nvPr/>
        </p:nvSpPr>
        <p:spPr>
          <a:xfrm>
            <a:off x="1524000" y="2286000"/>
            <a:ext cx="9144000" cy="1015663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/>
            <a:r>
              <a:rPr lang="en-US" sz="6000" dirty="0">
                <a:latin typeface="Georgia"/>
              </a:rPr>
              <a:t>Gracias</a:t>
            </a:r>
          </a:p>
        </p:txBody>
      </p:sp>
      <p:sp>
        <p:nvSpPr>
          <p:cNvPr id="3" name="Accent Line"/>
          <p:cNvSpPr/>
          <p:nvPr/>
        </p:nvSpPr>
        <p:spPr>
          <a:xfrm>
            <a:off x="5753100" y="3505200"/>
            <a:ext cx="685800" cy="47625"/>
          </a:xfrm>
          <a:prstGeom prst="roundRect">
            <a:avLst>
              <a:gd name="adj" fmla="val 50000"/>
            </a:avLst>
          </a:prstGeom>
          <a:solidFill>
            <a:srgbClr val="6310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ubtitle"/>
          <p:cNvSpPr txBox="1"/>
          <p:nvPr/>
        </p:nvSpPr>
        <p:spPr>
          <a:xfrm>
            <a:off x="1524000" y="3749040"/>
            <a:ext cx="9144000" cy="307777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es-ES" sz="2000" b="0" i="0" dirty="0">
                <a:latin typeface="Segoe UI"/>
              </a:rPr>
              <a:t>¿Preguntas?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457188" y="6385162"/>
            <a:ext cx="4235134" cy="1297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s-ES" sz="843" b="0" i="0" dirty="0">
                <a:latin typeface="Segoe UI"/>
              </a:rPr>
              <a:t>Autora: Mariona Floris Martín · Fuente: Remote Work Health </a:t>
            </a:r>
            <a:r>
              <a:rPr lang="es-ES" sz="843" b="0" i="0" dirty="0" err="1">
                <a:latin typeface="Segoe UI"/>
              </a:rPr>
              <a:t>Impact</a:t>
            </a:r>
            <a:r>
              <a:rPr lang="es-ES" sz="843" b="0" i="0" dirty="0">
                <a:latin typeface="Segoe UI"/>
              </a:rPr>
              <a:t> </a:t>
            </a:r>
            <a:r>
              <a:rPr lang="es-ES" sz="843" b="0" i="0" dirty="0" err="1">
                <a:latin typeface="Segoe UI"/>
              </a:rPr>
              <a:t>Survey</a:t>
            </a:r>
            <a:r>
              <a:rPr lang="es-ES" sz="843" b="0" i="0" dirty="0">
                <a:latin typeface="Segoe UI"/>
              </a:rPr>
              <a:t> 2025 - </a:t>
            </a:r>
            <a:r>
              <a:rPr lang="es-ES" sz="843" b="0" i="0" dirty="0" err="1">
                <a:latin typeface="Segoe UI"/>
              </a:rPr>
              <a:t>Kaggle</a:t>
            </a:r>
            <a:endParaRPr lang="es-ES" sz="843" b="0" i="0" dirty="0">
              <a:latin typeface="Segoe UI"/>
            </a:endParaRPr>
          </a:p>
        </p:txBody>
      </p:sp>
      <p:sp>
        <p:nvSpPr>
          <p:cNvPr id="7" name="Page Number"/>
          <p:cNvSpPr txBox="1"/>
          <p:nvPr/>
        </p:nvSpPr>
        <p:spPr>
          <a:xfrm>
            <a:off x="11603094" y="6385162"/>
            <a:ext cx="131411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843" b="0" i="0">
                <a:solidFill>
                  <a:srgbClr val="63109E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STOMLAYOUT" val="F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webextension1.xml><?xml version="1.0" encoding="utf-8"?>
<we:webextension xmlns:we="http://schemas.microsoft.com/office/webextensions/webextension/2010/11" id="{FA61E8BB-E34E-48A4-947C-0EFB846BE241}">
  <we:reference id="wa200003233" version="2.0.0.3" store="en-US" storeType="OMEX"/>
  <we:alternateReferences>
    <we:reference id="WA200003233" version="2.0.0.3" store="WA200003233" storeType="OMEX"/>
  </we:alternateReferences>
  <we:properties>
    <we:property name="reportUrl" value="&quot;/groups/me/reports/4aec5169-033d-4f58-b48f-449b1857f142/988415743ee986d3d684?experience=power-bi&quot;"/>
    <we:property name="reportName" value="&quot;Miniproyecto 30.09&quot;"/>
    <we:property name="reportState" value="&quot;CONNECTED&quot;"/>
    <we:property name="embedUrl" value="&quot;/reportEmbed?reportId=4aec5169-033d-4f58-b48f-449b1857f142&amp;config=eyJjbHVzdGVyVXJsIjoiaHR0cHM6Ly9XQUJJLUVVUk9QRS1OT1JUSC1CLXJlZGlyZWN0LmFuYWx5c2lzLndpbmRvd3MubmV0IiwiZW1iZWRGZWF0dXJlcyI6eyJ1c2FnZU1ldHJpY3NWTmV4dCI6dHJ1ZX19&amp;disableSensitivityBanner=true&amp;storytellingChangeViewModeShortcutKeys=true&quot;"/>
    <we:property name="pageName" value="&quot;988415743ee986d3d684&quot;"/>
    <we:property name="pageDisplayName" value="&quot;Resumen&quot;"/>
    <we:property name="datasetId" value="&quot;807610ea-3301-4a6c-b78d-0444c4a539f7&quot;"/>
    <we:property name="backgroundColor" value="&quot;#E5D9E1&quot;"/>
    <we:property name="bookmark" value="&quot;H4sIAAAAAAAAA91WXU/bMBT9K5WlvXVT0nw5vEHHw6QNoYG2h6lCN/ZtMThx5jiFDvW/79opYkNlTAgG7CVxr298zzn31PYVk6prNawOoEa2w/aMOa/Bno9iNmbNEEtkxTHllUCeRVjklShTmjWtU6bp2M4Vc2AX6L6orgftF6LgNxYhj/OcVxBXcQRFmeYwYbMxay12aJd4gBfDF/RUldLKrdiOsz2OGWh9CAu/zBx0R4EWbWca0OoHDt90Q+p6zPCy1caCx3LkwKHHs6R0+k3Y43cJQQXh1BKPULghWnKexlmRJoglz2Uic+4ZdUNCoLQ1xS8dyk9N40A1VMbHtjKl+Fxpt0mpVvuXrSVZSKxV61WdEtaFsUqAZoEFyTKAvmJTo/s6jPZ/ix+Z3gr8jPMw1bggGbNYG4cnF8aeszUpcmgN6RWmPjSy75xdhfipuZhapLKS7UTrGUU61Sz0RtEbcscDQK06d6SVQOubXZ2ROJ7K+lpOKnP2i2BfQPeh8U8Df7b2c3GOCRdpEkdVHvOsmgh5v9K7cgmNINa3Zf6E0PUWHwHosXGgR/s1WXGFpMID5BZg5WbqltzGSrR7q0DpvbLXLp6Mb6F+Sjpe/zGbZImMeCSyUhaiFAlkIn4ZRv9KsZNda6FZYI2Ne0gHYOOTwfTbehE0yCWW5byIMhmLiudRkSQvwYL733vaQyurzGipJLx1Fio4M6MapTKv3ZD3kRvsmUlqCAcJeUJnVVQKyKpXY8/xvzTLm9Hugv7jtSIsZgTaPcwhQZ7pKVj3/BbZSmk9u+O02nR99bjn1ZY2D+eWyLJingvEKJ3IKKuKjGcvYdP4Kx88ozP/i83rDmf6LJmWRSSKNIsEXTNlzDHmftk/cnN46SpzeftoCka7ibAa6VLuB6Z3XQsCD6HBQLsdsCkMedRJaKTXNYytf39UZMuhdLjXUdVwE2ehjPf0+icvJqwsOgwAAA==&quot;"/>
    <we:property name="initialStateBookmark" value="&quot;H4sIAAAAAAAAA91WXU/bMBT9K5WlvXVT0jRffStdHybGhwZiDxNCN/ZtMThx5jilHep/37VTxIbKmBAM2EubHF/7nnvuie1rJmRTK1jtQ4lsxHa0vizBXPZC1mfVBjs42N0bf9k92x/vTQnWtZW6atjomlkwc7QnsmlBuRUI/HbaZ7XBBs0C9/GqG6NfWUgl7YqNrGmxz0CpQ5i7CTNQDQE1mkZXoOQP7OY0Xei6z3BZK23AZT2yYNFlXlA4vRO98ENEpIBbucAj5LZD8ywbhnE6jBDzLBGRSLIhhTVdgCe/NcQt7dNPdGVBVpTGYQFmYZJkBYRFGECaDxMYOHwmld2EFKvpsjYkAMmyqp1wE+I610ZyUMxXQbJ0pK/ZRKu29E/T3/Aj3RqOX3DmhyrrJWMGS23x7EqbS7YmRQ6NJr380KdKtI01K4+f66uJQUor2ChYnxLSyGquNoreFnfcEVSysUdKcjSurcUFieNKWd/ISWkufhHsBFTrW/w89E/XbixMMMr4MAqDIgmzuBhw8bDSY7GAilPVd2XeQ2hag09A9FhbUL1pSVZcIanwCLk5GLEZuiO3NgLNzsqX9FGaGxcP+ndYP2c5Tv8+G8SRCLKAx7lIec4jiHn4Ooz+lbCzsTFQzbHEyj6mA7DxSWf6bb3wGiQC83yWBrEIeZElQRpFr8GC0+8t7aGFkbq3kALeWwMFXOheiULqt27Ih4rr7BkLakgGApKIYxbkHOLizdiz/y/N8q43ntM3Xkrionug7OMc4uWZnIOxL2+RrSWtT+85rTZdXz3tebWlzd25xeM4nSUcMRgORBAXaZzFr2HT+CsfvKAz/4vN6x5nuigxzNOAp8M44HTNFGGGYeaW/WNtFpe20Mu7R5M32i3CSqTrt3vQrW1q4HgIFfqy646bRB9HnYRKOF39s3H/nyXZskvt73WU1d/EmU+ycBd2hQ9McPdz5mm5b2D9E7+qmExNDAAA&quot;"/>
    <we:property name="isFiltersActionButtonVisible" value="true"/>
    <we:property name="isVisualContainerHeaderHidden" value="false"/>
    <we:property name="reportEmbeddedTime" value="&quot;2026-09-30T11:36:17.577Z&quot;"/>
    <we:property name="creatorTenantId" value="&quot;5b973f99-77df-4beb-b27d-aa0c70b8482c&quot;"/>
    <we:property name="creatorUserId" value="&quot;100320061CA161E8&quot;"/>
    <we:property name="creatorSessionId" value="&quot;9f189567-3db7-4644-b796-74a491088500&quot;"/>
    <we:property name="artifactViewState" value="&quot;live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086CD2A8-BC14-45E5-8736-ADCF20C5C6BE}">
  <we:reference id="wa200003233" version="2.0.0.3" store="en-US" storeType="OMEX"/>
  <we:alternateReferences>
    <we:reference id="WA200003233" version="2.0.0.3" store="WA200003233" storeType="OMEX"/>
  </we:alternateReferences>
  <we:properties>
    <we:property name="reportUrl" value="&quot;/groups/me/reports/4aec5169-033d-4f58-b48f-449b1857f142/8ebe7b8876183840ce27?experience=power-bi&quot;"/>
    <we:property name="reportName" value="&quot;Miniproyecto 30.09&quot;"/>
    <we:property name="reportState" value="&quot;CONNECTED&quot;"/>
    <we:property name="embedUrl" value="&quot;/reportEmbed?reportId=4aec5169-033d-4f58-b48f-449b1857f142&amp;config=eyJjbHVzdGVyVXJsIjoiaHR0cHM6Ly9XQUJJLUVVUk9QRS1OT1JUSC1CLXJlZGlyZWN0LmFuYWx5c2lzLndpbmRvd3MubmV0IiwiZW1iZWRGZWF0dXJlcyI6eyJ1c2FnZU1ldHJpY3NWTmV4dCI6dHJ1ZX19&amp;disableSensitivityBanner=true&amp;storytellingChangeViewModeShortcutKeys=true&quot;"/>
    <we:property name="pageName" value="&quot;8ebe7b8876183840ce27&quot;"/>
    <we:property name="pageDisplayName" value="&quot;Key influencers&quot;"/>
    <we:property name="datasetId" value="&quot;807610ea-3301-4a6c-b78d-0444c4a539f7&quot;"/>
    <we:property name="backgroundColor" value="&quot;#E5D9E1&quot;"/>
    <we:property name="bookmark" value="&quot;H4sIAAAAAAAAA8WUX2/aMBTFv8rk52gKUJHAW6HV1KmqEEzdw1RFN84l83Ds6NqBZojvvmuHaX9U9a2FB3DOvfb9+Yico6iUazX0D9CgmIuFtbsGaPdhJBJhBi2DsSyrLMd0ms9GeYpXMueqbb2yxon5UXigGv2jch3ocBCL354S0RI6pD0+4GGo8bcqlVa+F3NPHSYCtF5BHTZsQTsWWiRnDWj1E4c9bmg9JQKfW20JwtSNB49h8p7b+ZkpRx8nDAXSqz1uUPpBzbHErMzzbDrKJ/lVKnGccZsbGiL8iy3h6Dh+aY0HZXhM0ORUznCWVmOENJ1OM4mTcdC3SvtzS9nfPrfEBrAtfRv8WzJrbUlJ0CLegm0ZoI9iaXXXxNXtP/rGdiRxjdtYMj5aJggb67E4WNqJEzuyIst+xdJX1oprIjA1Nmh8rH+3hyUhj6/EPD0l70u0xjpsvTjHJzQV0uU57kzVOU/95Uk+27JYW42vklxXezCS1TfD2FipQBd3zur4Uhcbael1qHexZ9GRsZ0v7nGP+gWcJ1acMrU+J9SfsPgyUO6wvyEVouncwGFZ/uDICQHBmy3xH3LRx4y4UfQ7rEbJf+RvGQ58i/D5m0w0yDEeFnx714LEFRiMlO1wlsLYx74Dv1PVeU3h915xAA5ePILugg0x0UUcE4f9AjfQkFVsBgAA&quot;"/>
    <we:property name="initialStateBookmark" value="&quot;H4sIAAAAAAAAA8WUXW/aMBSG/8rk62jiYwLKHVA0dW0pgqm7mKroxDlkHo4dHTuhGep/37HDtA9V3VULF+C8Psfn8SvyHkWuXKWhXUGJYirm1u5LoP27vkiEOWl3d9e3s811uprdLlm2lVfWODE9Cg9UoL9XrgYdTmDx60MiKkKH1OAKD90ef6tMaeVbMfVUYyJA6zUUoWEH2rFQITlrQKsf2PW4rvQpEfhYaUsQpm49eAyTGy7nZ8brvx8yFEivGtyi9J06wQzH2WQyHvUnw8mHnsTBmMtcVxDhny0JR8fxC2s8KMNjgiZH8gIvevkAodcbjcYSh4Og75T2p5KsXT5WxAawLW0VjFswa2FJSdAi3oJt6aCPYmF1XcbV8i99a2uSuMFd3DI+WiYIS+sxPVjaiyd2ZE2W/YpbX1hLZ0RgCizR+Lj/zR4WhDw+F9PeU/K2RBssQuvZOT6iyZHOz3Fl8tp5as9P8slm6cZqfJFkljdgJKuvhrG1UoFOr5zV8aVOt9LSy1BvYs+8JmNrn95gg/oZnAdWnDKFPiXU77D43FHusb0kFaLpVMBhmX3nyAkBwc2W+A85b2NGXCr6FVb95B/y1wwHvkX4/EkmSuQYDwu+vatA4hoMRsqqO0thrGPfgd+p/LSm8HujOAA7L+5B18GGmOgiDmlC8Gv8T0PIeRGxItxPlOsbzpUGAAA=&quot;"/>
    <we:property name="isFiltersActionButtonVisible" value="true"/>
    <we:property name="isVisualContainerHeaderHidden" value="false"/>
    <we:property name="reportEmbeddedTime" value="&quot;2026-09-30T11:42:05.491Z&quot;"/>
    <we:property name="creatorTenantId" value="&quot;5b973f99-77df-4beb-b27d-aa0c70b8482c&quot;"/>
    <we:property name="creatorUserId" value="&quot;100320061CA161E8&quot;"/>
    <we:property name="creatorSessionId" value="&quot;785e2473-3d4f-4645-8f94-c81867972614&quot;"/>
    <we:property name="artifactViewState" value="&quot;live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D8738918-754D-42BC-85F0-94B443000198}">
  <we:reference id="wa200003233" version="2.0.0.3" store="en-US" storeType="OMEX"/>
  <we:alternateReferences>
    <we:reference id="WA200003233" version="2.0.0.3" store="WA200003233" storeType="OMEX"/>
  </we:alternateReferences>
  <we:properties>
    <we:property name="reportUrl" value="&quot;/groups/me/reports/4aec5169-033d-4f58-b48f-449b1857f142/46ec0d26c2b38176d012?experience=power-bi&quot;"/>
    <we:property name="reportName" value="&quot;Miniproyecto 30.09&quot;"/>
    <we:property name="reportState" value="&quot;CONNECTED&quot;"/>
    <we:property name="embedUrl" value="&quot;/reportEmbed?reportId=4aec5169-033d-4f58-b48f-449b1857f142&amp;config=eyJjbHVzdGVyVXJsIjoiaHR0cHM6Ly9XQUJJLUVVUk9QRS1OT1JUSC1CLXJlZGlyZWN0LmFuYWx5c2lzLndpbmRvd3MubmV0IiwiZW1iZWRGZWF0dXJlcyI6eyJ1c2FnZU1ldHJpY3NWTmV4dCI6dHJ1ZX19&amp;disableSensitivityBanner=true&amp;storytellingChangeViewModeShortcutKeys=true&quot;"/>
    <we:property name="pageName" value="&quot;46ec0d26c2b38176d012&quot;"/>
    <we:property name="pageDisplayName" value="&quot;% Agotamiento&quot;"/>
    <we:property name="datasetId" value="&quot;807610ea-3301-4a6c-b78d-0444c4a539f7&quot;"/>
    <we:property name="backgroundColor" value="&quot;#E5D9E1&quot;"/>
    <we:property name="bookmark" value="&quot;H4sIAAAAAAAAA+1W0W7TMBT9lcoSEkgFOU2WdH3byiQeYKoo2h5QVV3bt51XJw6O061U/XeunY3BtIFAFIGgD617fOx7eu6xmy1TuqkNbE6hRDZix9auSnCrXsL6rOowMZSDVC5yngqeHOQF54eSZm3tta0aNtoyD26J/kw3LZiwEYHvZ31WO2zQrfEUr7o5etdCG+03bORdi30GxkxgGRYswDQE1OgaW4HRH7Fb03TUXZ/hdW2sg1B16sFjqLwmOn0nlcmLlESB9HqNU5S+Q7McJVeDXA5EOkyKXPFkQLSmI0TxD1LC1rH82FYedEVlApYXKhkWHFDKnBcDMUwyGfCFNv6GIjYn17UjA8iWTR38O1JrqCQqFn8CedIp3rKxNW0ZRydf4VPbOolvcRGnKh/9Yg5L63F+Zd2K7ciOibNkVpx6RQua+QTd/Bxx1XsqdNU8i6QLezV2SGYpNuK7/mdNY4KW1mkJZn+yzgmbHzkH1RJLrPw3FT3q0huEpnX4C/Q86R0trYdSkxbbA+PtA4pmhDS6Wpqb/N1F4V0n1FAaxhfgfDgD4pKSFPpOq6xT6I43sfUvtbvN4KB/T/c+/d3Nbs8A8S6/SPlNwzt1ew/ebBeIh5nI4FBhkhUHWZpKTq/vnpZ/MpknH1q6FoXTtrfWCp57BwIuba9EpX8qpDI69T+mjyroEooCChiKlANXeVrkGefJH3CfT8FAyMJj7f9Lb03615YrVJ1NY1sK+yMBTfYW0Pt2/+Z03i8fohnTeecKK5GesMLAtr6pQeIEKowy6m4jjZFHIYBKhZ7EsQufrzVluWvJGZg2dCM+bLFYJlb7BGKQg6kHCgAA&quot;"/>
    <we:property name="initialStateBookmark" value="&quot;H4sIAAAAAAAAA+1WYW/TMBD9K5UlJJAKStqQdP3WlUpIY1u1ou0DqqqLfevcOnZwnG5l6n/n7HQMqo0JRBEI+iF1n+98L++eXd8yIatSwfoECmR9dmjMsgC7bMWszfQWOz09Oh6cHc1OBscjgk3ppNEV698yB3aO7lxWNSi/AoEfpm1WWqzQrvAEr5s5espcKunWrO9sjW0GSo1h7hMuQVUElGgro0HJT9jkVE3ops3wplTGgq86ceDQV15ROP0mevGrLpEC7uQKJ8hdgyYp8kh0Ut7Ju704S0UUdyisagIC+QdD/NKh/NBoB1JTGY+lmYh7WQTIeRplnbwXJ9zjl1K5bUi+Ht2UlgQgWdalF24gVqA5ChZegTRpGN+yoVF1EUajb/CJqS3HM7wMU9oFvZjFwjicXRu7ZBuSY2wNiRWm3lJCNRujnV0gLlvPc6mrFyHoylwPLZJYgvWjTfsLpyFBc2MlB7U/WheEzQbWgp5jgdp9l9GjKh0jVLXFX8DnWWswNw4KSVxMC5QzDzCaElJJPVdb/91b4X1DVJEbhldgnd8D+YKc5PtOWcYKtIfr0Po30t55sNPe4b1PfTfTuz1AcYuvXL5teMNu78abbnzgQZIncCAwTrLXSbfLI/o8uVv+SWeOPtZ0LOZWmtZKCnjpLOSwMK0Chfwpk/Kg1H+bPsqgcSjmkEEv70YQibSbpUkUxX/AeT4BBd4Lj7X/Lz016V+bL1E0Mg1NkZsfMWi8N4Puyv2b3blb3lszuPNeFVYg3bD8wNSuKoHjGDQGGmWzkMQQRyYALXxPwtj673eSvNy05BxU7bsRLlssFFn5O5nCJxL8FYwFWoHdZyMr4+YwCgAA&quot;"/>
    <we:property name="isFiltersActionButtonVisible" value="true"/>
    <we:property name="isVisualContainerHeaderHidden" value="false"/>
    <we:property name="reportEmbeddedTime" value="&quot;2026-09-30T14:34:40.771Z&quot;"/>
    <we:property name="creatorTenantId" value="&quot;5b973f99-77df-4beb-b27d-aa0c70b8482c&quot;"/>
    <we:property name="creatorUserId" value="&quot;100320061CA161E8&quot;"/>
    <we:property name="creatorSessionId" value="&quot;d6d3bdb0-6151-45e0-b228-92a8406f6801&quot;"/>
    <we:property name="artifactViewState" value="&quot;liv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283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Georgia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Mariona Floris Martin</dc:creator>
  <cp:keywords/>
  <dc:description>generated using python-pptx</dc:description>
  <cp:lastModifiedBy>Mariona Floris Martin</cp:lastModifiedBy>
  <cp:revision>1</cp:revision>
  <dcterms:created xsi:type="dcterms:W3CDTF">2026-09-30T11:28:11Z</dcterms:created>
  <dcterms:modified xsi:type="dcterms:W3CDTF">2026-09-30T14:35:02Z</dcterms:modified>
  <cp:category/>
</cp:coreProperties>
</file>